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I'm Steven, and with me is Nicholas. We spent the semester building</a:t>
            </a:r>
          </a:p>
          <a:p>
            <a:r>
              <a:t>and breaking a small WireGuard deployment.</a:t>
            </a:r>
          </a:p>
          <a:p/>
          <a:p>
            <a:r>
              <a:t>The headline: WireGuard's wire format is so regular that a 25-line script</a:t>
            </a:r>
          </a:p>
          <a:p>
            <a:r>
              <a:t>detects it. The community fix is an obfuscation tool called udp2raw, which</a:t>
            </a:r>
          </a:p>
          <a:p>
            <a:r>
              <a:t>has roughly 8500 GitHub stars and is documented to be actively blocked by</a:t>
            </a:r>
          </a:p>
          <a:p>
            <a:r>
              <a:t>the Great Firewall and Iran's DPI. Despite that, no peer-reviewed paper</a:t>
            </a:r>
          </a:p>
          <a:p>
            <a:r>
              <a:t>has ever analyzed it.</a:t>
            </a:r>
          </a:p>
          <a:p/>
          <a:p>
            <a:r>
              <a:t>We did, and the result is in two parts: an active prober that finds udp2raw</a:t>
            </a:r>
          </a:p>
          <a:p>
            <a:r>
              <a:t>in 8 seconds, and a passive two-feature classifier that hits 99.9 percent</a:t>
            </a:r>
          </a:p>
          <a:p>
            <a:r>
              <a:t>accuracy on real-world background traffic.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important things on this slide.</a:t>
            </a:r>
          </a:p>
          <a:p/>
          <a:p>
            <a:r>
              <a:t>First, the wire format is *trivial*. One type byte, three zero bytes,</a:t>
            </a:r>
          </a:p>
          <a:p>
            <a:r>
              <a:t>fixed lengths for the handshake. Anyone watching UDP can fingerprint it</a:t>
            </a:r>
          </a:p>
          <a:p>
            <a:r>
              <a:t>without decrypting anything.</a:t>
            </a:r>
          </a:p>
          <a:p/>
          <a:p>
            <a:r>
              <a:t>Second — and this is not a vulnerability — Donenfeld's whitepaper</a:t>
            </a:r>
          </a:p>
          <a:p>
            <a:r>
              <a:t>explicitly says obfuscation is out of scope for WireGuard. The community</a:t>
            </a:r>
          </a:p>
          <a:p>
            <a:r>
              <a:t>response has been to wrap WireGuard in something else, most prominently</a:t>
            </a:r>
          </a:p>
          <a:p>
            <a:r>
              <a:t>the tool called udp2raw.</a:t>
            </a:r>
          </a:p>
          <a:p/>
          <a:p>
            <a:r>
              <a:t>So the question of this paper isn't 'can you detect WireGuard?' That's</a:t>
            </a:r>
          </a:p>
          <a:p>
            <a:r>
              <a:t>been done. It's 'can you detect WireGuard once it's hidden inside udp2raw?'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orientation. Top of the slide: two paths through our lab. Same</a:t>
            </a:r>
          </a:p>
          <a:p>
            <a:r>
              <a:t>WireGuard keys both ways — only the transport changes. The direct path</a:t>
            </a:r>
          </a:p>
          <a:p>
            <a:r>
              <a:t>is what censors block. The obfuscated path wraps each WireGuard packet</a:t>
            </a:r>
          </a:p>
          <a:p>
            <a:r>
              <a:t>inside what looks like a long-running TCP connection on port 4096.</a:t>
            </a:r>
          </a:p>
          <a:p/>
          <a:p>
            <a:r>
              <a:t>The bullets at the bottom are the gap we identified. udp2raw is a tool</a:t>
            </a:r>
          </a:p>
          <a:p>
            <a:r>
              <a:t>that protects roughly eight and a half thousand stars worth of users.</a:t>
            </a:r>
          </a:p>
          <a:p>
            <a:r>
              <a:t>It's documented to be blocked. And it's never been formally analyzed.</a:t>
            </a:r>
          </a:p>
          <a:p/>
          <a:p>
            <a:r>
              <a:t>Other obfuscators — AmneziaWG, swgp-go, wstunnel — exist, but udp2raw is</a:t>
            </a:r>
          </a:p>
          <a:p>
            <a:r>
              <a:t>the dominant one and the one nobody has studied. So we focused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methodology is borrowed shamelessly from Xue et al.'s 2022 paper that</a:t>
            </a:r>
          </a:p>
          <a:p>
            <a:r>
              <a:t>won Distinguished Paper at USENIX. They built passive-then-active detectors</a:t>
            </a:r>
          </a:p>
          <a:p>
            <a:r>
              <a:t>for OpenVPN. We do the same pattern, but for WireGuard-in-udp2raw, which</a:t>
            </a:r>
          </a:p>
          <a:p>
            <a:r>
              <a:t>they didn't cover.</a:t>
            </a:r>
          </a:p>
          <a:p/>
          <a:p>
            <a:r>
              <a:t>Left side: contribution one is an active prober. Five stateless TCP packets,</a:t>
            </a:r>
          </a:p>
          <a:p>
            <a:r>
              <a:t>nine seconds, deterministic. I'll show the actual probe outputs in two</a:t>
            </a:r>
          </a:p>
          <a:p>
            <a:r>
              <a:t>slides.</a:t>
            </a:r>
          </a:p>
          <a:p/>
          <a:p>
            <a:r>
              <a:t>Right side: contribution two is a passive classifier with two features.</a:t>
            </a:r>
          </a:p>
          <a:p>
            <a:r>
              <a:t>Both features fall out of how the protocols work — WireGuard pads to MTU,</a:t>
            </a:r>
          </a:p>
          <a:p>
            <a:r>
              <a:t>udp2raw acks every datagram one-to-one — so they're not statistical luck,</a:t>
            </a:r>
          </a:p>
          <a:p>
            <a:r>
              <a:t>they're structural.</a:t>
            </a:r>
          </a:p>
          <a:p/>
          <a:p>
            <a:r>
              <a:t>Trained on 24 WireGuard flows we captured ourselves, against 1058 non-VPN</a:t>
            </a:r>
          </a:p>
          <a:p>
            <a:r>
              <a:t>flows from ISCXVPN2016, the canonical dataset for this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table. Three columns, one for each thing we probed: real SSH,</a:t>
            </a:r>
          </a:p>
          <a:p>
            <a:r>
              <a:t>udp2raw, and a closed port.</a:t>
            </a:r>
          </a:p>
          <a:p/>
          <a:p>
            <a:r>
              <a:t>Look at the orange entries. udp2raw answers the SYN, because it has to —</a:t>
            </a:r>
          </a:p>
          <a:p>
            <a:r>
              <a:t>that's its disguise. It also answers the bogus ACK because the kernel</a:t>
            </a:r>
          </a:p>
          <a:p>
            <a:r>
              <a:t>underneath emits a RST when udp2raw doesn't claim the packet. So those</a:t>
            </a:r>
          </a:p>
          <a:p>
            <a:r>
              <a:t>two probes don't discriminate.</a:t>
            </a:r>
          </a:p>
          <a:p/>
          <a:p>
            <a:r>
              <a:t>The other three — SYN with payload, an unusual window-scale option, FIN</a:t>
            </a:r>
          </a:p>
          <a:p>
            <a:r>
              <a:t>to a port with no connection — udp2raw drops every one. A real Linux</a:t>
            </a:r>
          </a:p>
          <a:p>
            <a:r>
              <a:t>kernel always answers them. That's the signal.</a:t>
            </a:r>
          </a:p>
          <a:p/>
          <a:p>
            <a:r>
              <a:t>Total time: real TCP is half a second. udp2raw is eight and a half</a:t>
            </a:r>
          </a:p>
          <a:p>
            <a:r>
              <a:t>seconds. The closed port times out at fifteen.</a:t>
            </a:r>
          </a:p>
          <a:p/>
          <a:p>
            <a:r>
              <a:t>We ran this five times against udp2raw and got the same verdict five</a:t>
            </a:r>
          </a:p>
          <a:p>
            <a:r>
              <a:t>times. It's not statistical, it's structural — udp2raw's userspace state</a:t>
            </a:r>
          </a:p>
          <a:p>
            <a:r>
              <a:t>machine simply doesn't recognize these packet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features do the work.</a:t>
            </a:r>
          </a:p>
          <a:p/>
          <a:p>
            <a:r>
              <a:t>Bulk fraction — that's the share of packets in a flow that are MTU-sized.</a:t>
            </a:r>
          </a:p>
          <a:p>
            <a:r>
              <a:t>For WireGuard it's 55 percent. For non-VPN background it's two percent.</a:t>
            </a:r>
          </a:p>
          <a:p>
            <a:r>
              <a:t>That's a 29-fold separation. Why? Because WireGuard pads every packet to</a:t>
            </a:r>
          </a:p>
          <a:p>
            <a:r>
              <a:t>the configured MTU. A web browser doesn't.</a:t>
            </a:r>
          </a:p>
          <a:p/>
          <a:p>
            <a:r>
              <a:t>ACK60 fraction — that's the share of 60-byte TCP ACK packets. For</a:t>
            </a:r>
          </a:p>
          <a:p>
            <a:r>
              <a:t>WireGuard-in-udp2raw it's 30 percent. Why? udp2raw frames every WireGuard</a:t>
            </a:r>
          </a:p>
          <a:p>
            <a:r>
              <a:t>datagram as one TCP segment, and the receiver's kernel emits a 60-byte</a:t>
            </a:r>
          </a:p>
          <a:p>
            <a:r>
              <a:t>ACK for each one. So the ACK ratio is essentially 1 to 1, where real TCP</a:t>
            </a:r>
          </a:p>
          <a:p>
            <a:r>
              <a:t>uses delayed ACK and gets to about 1 to 2.</a:t>
            </a:r>
          </a:p>
          <a:p/>
          <a:p>
            <a:r>
              <a:t>The greyed-out rows below are the features that DIDN'T separate. The</a:t>
            </a:r>
          </a:p>
          <a:p>
            <a:r>
              <a:t>honest finding is that dominant_size_fraction — which I expected to be</a:t>
            </a:r>
          </a:p>
          <a:p>
            <a:r>
              <a:t>the killer feature — is actually inverted. ISCXVPN2016 contains a lot of</a:t>
            </a:r>
          </a:p>
          <a:p>
            <a:r>
              <a:t>idle TCP keepalives that have ALL packets at one size, more concentrated</a:t>
            </a:r>
          </a:p>
          <a:p>
            <a:r>
              <a:t>than WireGuard. Real data inverted my intuition. We left those features</a:t>
            </a:r>
          </a:p>
          <a:p>
            <a:r>
              <a:t>out of the headline classifier.</a:t>
            </a:r>
          </a:p>
          <a:p/>
          <a:p>
            <a:r>
              <a:t>The plot on the right is the permutation importance from the 8-feature</a:t>
            </a:r>
          </a:p>
          <a:p>
            <a:r>
              <a:t>Random Forest. bulk_fraction sits at the top by a wide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 numbers on the left are the headline. 99.91 percent accuracy.</a:t>
            </a:r>
          </a:p>
          <a:p>
            <a:r>
              <a:t>Precision of 1.0 — zero false positives across 1058 background flows.</a:t>
            </a:r>
          </a:p>
          <a:p>
            <a:r>
              <a:t>Recall of 0.958 — we caught 23 of 24 WireGuard flows. AUC is 1.0.</a:t>
            </a:r>
          </a:p>
          <a:p/>
          <a:p>
            <a:r>
              <a:t>Below that is a small comparison. The 2-feature RF is the headline. The</a:t>
            </a:r>
          </a:p>
          <a:p>
            <a:r>
              <a:t>8-feature RF — adding entropy, mode concentration, packet rate, etc. —</a:t>
            </a:r>
          </a:p>
          <a:p>
            <a:r>
              <a:t>actually does WORSE. Recall drops from 0.958 to 0.917. The extra features</a:t>
            </a:r>
          </a:p>
          <a:p>
            <a:r>
              <a:t>add noise. Logistic regression catches everything but pays for it with</a:t>
            </a:r>
          </a:p>
          <a:p>
            <a:r>
              <a:t>about 3 percent false positives.</a:t>
            </a:r>
          </a:p>
          <a:p/>
          <a:p>
            <a:r>
              <a:t>On the right: confusion matrix on top — 1058 background correctly</a:t>
            </a:r>
          </a:p>
          <a:p>
            <a:r>
              <a:t>classified as background, 23 of 24 WG correctly classified as WG, exactly</a:t>
            </a:r>
          </a:p>
          <a:p>
            <a:r>
              <a:t>one missed. ROC curve on the bottom hugs the top-left corner; AUC is 1.0.</a:t>
            </a:r>
          </a:p>
          <a:p/>
          <a:p>
            <a:r>
              <a:t>The take-away: this isn't a fragile statistical artifact. Two features</a:t>
            </a:r>
          </a:p>
          <a:p>
            <a:r>
              <a:t>that are mechanical consequences of the protocols' implementations give</a:t>
            </a:r>
          </a:p>
          <a:p>
            <a:r>
              <a:t>us essentially perfect separation.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lit positioning so the audience knows we did our reading.</a:t>
            </a:r>
          </a:p>
          <a:p/>
          <a:p>
            <a:r>
              <a:t>Xue's group at Michigan has the dominant line of work on this. Their 2022</a:t>
            </a:r>
          </a:p>
          <a:p>
            <a:r>
              <a:t>paper on OpenVPN gave us our methodology template. Their 2024 paper does</a:t>
            </a:r>
          </a:p>
          <a:p>
            <a:r>
              <a:t>encapsulated-TLS-handshake fingerprinting — that doesn't fire on WireGuard</a:t>
            </a:r>
          </a:p>
          <a:p>
            <a:r>
              <a:t>because there's no nested TLS. Their 2025 NDSS paper does cross-layer</a:t>
            </a:r>
          </a:p>
          <a:p>
            <a:r>
              <a:t>RTT — that signal attenuates on the short, UDP-only flows we have. So</a:t>
            </a:r>
          </a:p>
          <a:p>
            <a:r>
              <a:t>their protocol-AGNOSTIC methods don't already solve the WireGuard-specific</a:t>
            </a:r>
          </a:p>
          <a:p>
            <a:r>
              <a:t>case. Protocol-specific structural features remain the available approach.</a:t>
            </a:r>
          </a:p>
          <a:p/>
          <a:p>
            <a:r>
              <a:t>On the right: the things we are NOT claiming. We don't have ISP-scale</a:t>
            </a:r>
          </a:p>
          <a:p>
            <a:r>
              <a:t>deployment. We tested one version of udp2raw. A motivated maintainer</a:t>
            </a:r>
          </a:p>
          <a:p>
            <a:r>
              <a:t>could patch it to defeat both attacks. We didn't extend to the other</a:t>
            </a:r>
          </a:p>
          <a:p>
            <a:r>
              <a:t>shims. All of that is honest scope-limiting, not handwaving.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take-aways.</a:t>
            </a:r>
          </a:p>
          <a:p/>
          <a:p>
            <a:r>
              <a:t>One: WireGuard's format leaks. Known result. We re-derived it as our</a:t>
            </a:r>
          </a:p>
          <a:p>
            <a:r>
              <a:t>baseline so we could honestly compare against it.</a:t>
            </a:r>
          </a:p>
          <a:p/>
          <a:p>
            <a:r>
              <a:t>Two: udp2raw doesn't actually fix the leak. Eight and a half seconds with</a:t>
            </a:r>
          </a:p>
          <a:p>
            <a:r>
              <a:t>a five-packet active prober, or two passive features at AUC 1.0 — pick</a:t>
            </a:r>
          </a:p>
          <a:p>
            <a:r>
              <a:t>your weapon.</a:t>
            </a:r>
          </a:p>
          <a:p/>
          <a:p>
            <a:r>
              <a:t>Three: this isn't a statistical fluke. Both detectors are grounded in</a:t>
            </a:r>
          </a:p>
          <a:p>
            <a:r>
              <a:t>how the protocols are implemented. WireGuard pads to MTU because it does.</a:t>
            </a:r>
          </a:p>
          <a:p>
            <a:r>
              <a:t>udp2raw acks one-to-one because it has to. udp2raw silently drops weird</a:t>
            </a:r>
          </a:p>
          <a:p>
            <a:r>
              <a:t>TCP shapes because its parser was written with one shape in mind.</a:t>
            </a:r>
          </a:p>
          <a:p/>
          <a:p>
            <a:r>
              <a:t>Four — and this is the constructive note for the upstream maintainers —</a:t>
            </a:r>
          </a:p>
          <a:p>
            <a:r>
              <a:t>the defenses are obvious. Delayed ACK and a smaller WG MTU kill C2. More</a:t>
            </a:r>
          </a:p>
          <a:p>
            <a:r>
              <a:t>conformant TCP emulation kills C1. We sketch both in the paper but didn't</a:t>
            </a:r>
          </a:p>
          <a:p>
            <a:r>
              <a:t>patch the upstream tool. That's somebody else's pull request to write.</a:t>
            </a:r>
          </a:p>
          <a:p/>
          <a:p>
            <a:r>
              <a:t>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102A43"/>
                </a:solidFill>
                <a:latin typeface="Calibri"/>
              </a:rPr>
              <a:t>Two-Feature Detection 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102A43"/>
                </a:solidFill>
                <a:latin typeface="Calibri"/>
              </a:rPr>
              <a:t>WireGuard-in-udp2raw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520440"/>
            <a:ext cx="22860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03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A Probe-and-Classify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01010"/>
                </a:solidFill>
                <a:latin typeface="Calibri"/>
              </a:rPr>
              <a:t>Steven Schiavone   ·   Nicholas Johannsen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Seidenberg School of CSIS · Pace University · CYB623,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02A43"/>
                </a:solidFill>
                <a:latin typeface="Calibri"/>
              </a:rPr>
              <a:t>WireGuard is encrypted, but not unobservable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55555"/>
                </a:solidFill>
                <a:latin typeface="Calibri"/>
              </a:rPr>
              <a:t>Strong cryptography ≠ traffic that hides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01010"/>
                </a:solidFill>
                <a:latin typeface="Calibri"/>
              </a:rPr>
              <a:t>Every WireGuard message starts with this 4-byte header: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02A43"/>
                </a:solidFill>
                <a:latin typeface="Consolas"/>
              </a:rPr>
              <a:t>+---------+-------------------+
| type(1) | reserved zero (3) | … rest of message
+---------+-------------------+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110642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101010"/>
                </a:solidFill>
                <a:latin typeface="Calibri"/>
              </a:rPr>
              <a:t>• type byte ∈ {0x01, 0x02, 0x03, 0x04}; next three bytes are zero.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101010"/>
                </a:solidFill>
                <a:latin typeface="Calibri"/>
              </a:rPr>
              <a:t>• Handshake messages are exactly 148 / 92 / 64 bytes.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101010"/>
                </a:solidFill>
                <a:latin typeface="Calibri"/>
              </a:rPr>
              <a:t>• Three concatenated checks identify a WireGuard handshake with negligible false-positive risk.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101010"/>
                </a:solidFill>
                <a:latin typeface="Calibri"/>
              </a:rPr>
              <a:t>• A 25-line Python predicate gives you the full detector. We re-derived it as our baseline.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101010"/>
                </a:solidFill>
                <a:latin typeface="Calibri"/>
              </a:rPr>
              <a:t>• Used in production by the Great Firewall (Wu et al., USENIX Security '23).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9462C"/>
                </a:solidFill>
                <a:latin typeface="Calibri"/>
              </a:rPr>
              <a:t>Donenfeld's whitepaper says obfuscation is out of scope. The community wraps WireGuard in udp2raw.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02A43"/>
                </a:solidFill>
                <a:latin typeface="Calibri"/>
              </a:rPr>
              <a:t>udp2raw is the most-deployed shim — and academically unstudied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55555"/>
                </a:solidFill>
                <a:latin typeface="Calibri"/>
              </a:rPr>
              <a:t>Wraps WireGuard's UDP datagrams as TCP-shaped packets in userspace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55555"/>
                </a:solidFill>
                <a:latin typeface="Calibri"/>
              </a:rPr>
              <a:t>End-to-end paths under test (same WG keys, same inner IPs, only transport differs):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5394960" cy="1280160"/>
          </a:xfrm>
          <a:prstGeom prst="roundRect">
            <a:avLst/>
          </a:prstGeom>
          <a:solidFill>
            <a:srgbClr val="F2F2F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76200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Calibri"/>
              </a:rPr>
              <a:t>Direct (passive-detectable)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Kali wg client  ──UDP/51820──▶  OCI wg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486400" cy="1280160"/>
          </a:xfrm>
          <a:prstGeom prst="roundRect">
            <a:avLst/>
          </a:prstGeom>
          <a:solidFill>
            <a:srgbClr val="F2F2F2"/>
          </a:solidFill>
          <a:ln>
            <a:solidFill>
              <a:srgbClr val="C9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76200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C9462C"/>
                </a:solidFill>
                <a:latin typeface="Calibri"/>
              </a:rPr>
              <a:t>Obfuscated (this paper's target)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wg ─lo─▶ udp2raw ─TCP/4096 (faketcp)─▶ udp2raw ─lo─▶ wg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2A43"/>
                </a:solidFill>
                <a:latin typeface="Calibri"/>
              </a:rPr>
              <a:t>Why udp2raw, specifically: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0642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101010"/>
                </a:solidFill>
                <a:latin typeface="Calibri"/>
              </a:rPr>
              <a:t>• ≈8.5k GitHub stars; standard recommendation alongside WireGuard in censored regions.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101010"/>
                </a:solidFill>
                <a:latin typeface="Calibri"/>
              </a:rPr>
              <a:t>• Documented to be actively blocked by the Great Firewall and Iran's DPI (gray-literature reports).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101010"/>
                </a:solidFill>
                <a:latin typeface="Calibri"/>
              </a:rPr>
              <a:t>• Cited once by the WireGuard project's own “Known Limitations” page.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101010"/>
                </a:solidFill>
                <a:latin typeface="Calibri"/>
              </a:rPr>
              <a:t>• But: zero peer-reviewed analysis. We searched USENIX, NDSS, IMC, FOCI, PETS, CCS — nothing.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02A43"/>
                </a:solidFill>
                <a:latin typeface="Calibri"/>
              </a:rPr>
              <a:t>Two attacks, one lab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55555"/>
                </a:solidFill>
                <a:latin typeface="Calibri"/>
              </a:rPr>
              <a:t>Following Xue et al.'s active-probe-and-passive-classify pattern from USENIX Security '22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5532120" cy="4572000"/>
          </a:xfrm>
          <a:prstGeom prst="roundRect">
            <a:avLst/>
          </a:prstGeom>
          <a:solidFill>
            <a:srgbClr val="F2F2F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 tIns="152400" rIns="177800"/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102A43"/>
                </a:solidFill>
                <a:latin typeface="Calibri"/>
              </a:rPr>
              <a:t>C1 — Active prober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•  Send 5 stateless TCP probes to (IP, port).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•  Real Linux TCP answers all 5.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•  udp2raw answers SYN, drops 3 of 4 follow-ups.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•  Verdict in ≤ 9 seconds, deterministic on 5/5 trials.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Cost to adversary: ~1.7 KB and 9 seconds per host.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08760"/>
            <a:ext cx="5486400" cy="4572000"/>
          </a:xfrm>
          <a:prstGeom prst="roundRect">
            <a:avLst/>
          </a:prstGeom>
          <a:solidFill>
            <a:srgbClr val="F2F2F2"/>
          </a:solidFill>
          <a:ln>
            <a:solidFill>
              <a:srgbClr val="C9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 tIns="152400" rIns="177800"/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C9462C"/>
                </a:solidFill>
                <a:latin typeface="Calibri"/>
              </a:rPr>
              <a:t>C2 — Two-feature passive classifier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•  bulk_fraction:   fraction of MTU-class packets.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•  ack60_fraction:  fraction of 60-byte TCP ACKs.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•  Both are mechanical consequences of how the protocols are written, not statistical regularities.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•  Random Forest: 99.9 % accuracy, AUC = 1.000.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Trained on 24 WG flows + 1058 ISCXVPN2016 non-VPN flows.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02A43"/>
                </a:solidFill>
                <a:latin typeface="Calibri"/>
              </a:rPr>
              <a:t>C1 — One probe distinguishes udp2raw from real TCP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55555"/>
                </a:solidFill>
                <a:latin typeface="Calibri"/>
              </a:rPr>
              <a:t>Three targets on the same OCI host; deterministic verdict in 5/5 repeated trials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Probe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63040"/>
            <a:ext cx="2880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TCP/22 (real SSH)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46304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TCP/4096 (udp2raw)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TCP/9999 (closed)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20"/>
            <a:ext cx="11064240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P1  SYN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65960"/>
            <a:ext cx="2880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SYN-ACK 181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96596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SYN-ACK 163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96596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50008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P2  SYN + payload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350008"/>
            <a:ext cx="2880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SYN-ACK + 2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350008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350008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34056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P3  bogus 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734056"/>
            <a:ext cx="2880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RST 81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734056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RST 91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734056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no 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118104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P4  WS=14 SYN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118104"/>
            <a:ext cx="2880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SYN-ACK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118104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18104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502152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P5  FIN to unopened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3502152"/>
            <a:ext cx="2880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502152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502152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023360"/>
            <a:ext cx="11064240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605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Total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160520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010"/>
                </a:solidFill>
                <a:latin typeface="Consolas"/>
              </a:rPr>
              <a:t>0.5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41605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010"/>
                </a:solidFill>
                <a:latin typeface="Consolas"/>
              </a:rPr>
              <a:t>8.5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41605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010"/>
                </a:solidFill>
                <a:latin typeface="Consolas"/>
              </a:rPr>
              <a:t>15.5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4456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Verdict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54456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010"/>
                </a:solidFill>
                <a:latin typeface="Consolas"/>
              </a:rPr>
              <a:t>REAL_TCP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5445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9462C"/>
                </a:solidFill>
                <a:latin typeface="Consolas"/>
              </a:rPr>
              <a:t>UDP2RAW_FAKETCP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454456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010"/>
                </a:solidFill>
                <a:latin typeface="Consolas"/>
              </a:rPr>
              <a:t>UNREACHABLE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55555"/>
                </a:solidFill>
                <a:latin typeface="Calibri"/>
              </a:rPr>
              <a:t>Discriminator: count silent responses among {P2, P4, P5}.  Real TCP answers all three.  udp2raw answers none.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02A43"/>
                </a:solidFill>
                <a:latin typeface="Calibri"/>
              </a:rPr>
              <a:t>C2 — Two features carry the entire signal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55555"/>
                </a:solidFill>
                <a:latin typeface="Calibri"/>
              </a:rPr>
              <a:t>Class means across 24 WG flows and 1058 ISCXVPN2016 non-VPN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4630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WireGuard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4630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Non-VPN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46304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Ratio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6858000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bulk_fraction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920240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0.553 ± 0.186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920240"/>
            <a:ext cx="1828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0.019 ± 0.066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20240"/>
            <a:ext cx="731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9462C"/>
                </a:solidFill>
                <a:latin typeface="Consolas"/>
              </a:rPr>
              <a:t>29×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04288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ack60_fraction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304288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0.295 ± 0.187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304288"/>
            <a:ext cx="1828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0.069 ± 0.169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304288"/>
            <a:ext cx="731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9462C"/>
                </a:solidFill>
                <a:latin typeface="Consolas"/>
              </a:rPr>
              <a:t>4.3×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34056"/>
            <a:ext cx="6858000" cy="3175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852928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len_entropy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852928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1.94 ± 0.82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52928"/>
            <a:ext cx="1828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1.23 ± 1.42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852928"/>
            <a:ext cx="731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182112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dominant_size_frac.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182112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0.50 ± 0.19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182112"/>
            <a:ext cx="1828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0.71 ± 0.30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182112"/>
            <a:ext cx="731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(inv.)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511296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top3_size_fraction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511296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0.88 ± 0.15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511296"/>
            <a:ext cx="1828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0.87 ± 0.19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511296"/>
            <a:ext cx="731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840480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rate_pps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840480"/>
            <a:ext cx="2194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3.23 ± 0.90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840480"/>
            <a:ext cx="1828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3.37 ± 30.27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840480"/>
            <a:ext cx="731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pic>
        <p:nvPicPr>
          <p:cNvPr id="35" name="Picture 34" descr="20260509-132129_classifier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63040"/>
            <a:ext cx="6694712" cy="374903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680960" y="534924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Permutation importance (RF, 8-feature variant) confirms bulk_fraction is the dominant signal.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43600"/>
            <a:ext cx="7040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462C"/>
                </a:solidFill>
                <a:latin typeface="Calibri"/>
              </a:rPr>
              <a:t>Naive intuition would have picked dominant_size_fraction. Real-world background INVERTS that signal, because non-VPN traffic contains many degenerate idle flows.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02A43"/>
                </a:solidFill>
                <a:latin typeface="Calibri"/>
              </a:rPr>
              <a:t>C2 — Random Forest hits 99.9 % with two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55555"/>
                </a:solidFill>
                <a:latin typeface="Calibri"/>
              </a:rPr>
              <a:t>5-fold stratified cross-validation; class-balanced.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2A43"/>
                </a:solidFill>
                <a:latin typeface="Calibri"/>
              </a:rPr>
              <a:t>Two-feature Random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C9462C"/>
                </a:solidFill>
                <a:latin typeface="Consolas"/>
              </a:rPr>
              <a:t>99.91 %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9456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C9462C"/>
                </a:solidFill>
                <a:latin typeface="Consolas"/>
              </a:rPr>
              <a:t>1.000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83464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Precision  (zero false positives in 1058)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C9462C"/>
                </a:solidFill>
                <a:latin typeface="Consolas"/>
              </a:rPr>
              <a:t>0.958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7472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Recall  (23 of 24 WG flows caught)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C9462C"/>
                </a:solidFill>
                <a:latin typeface="Consolas"/>
              </a:rPr>
              <a:t>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411480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ROC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029200"/>
            <a:ext cx="5486400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120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Calibri"/>
              </a:rPr>
              <a:t>Adding more features hurts.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55555"/>
                </a:solidFill>
                <a:latin typeface="Calibri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5321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55555"/>
                </a:solidFill>
                <a:latin typeface="Calibri"/>
              </a:rPr>
              <a:t>acc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55321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55555"/>
                </a:solidFill>
                <a:latin typeface="Calibri"/>
              </a:rPr>
              <a:t>prec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5321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55555"/>
                </a:solidFill>
                <a:latin typeface="Calibri"/>
              </a:rPr>
              <a:t>rec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alibri"/>
              </a:rPr>
              <a:t>RF, 2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8064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8064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8064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0.958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0990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alibri"/>
              </a:rPr>
              <a:t>RF, 8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0990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0.998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60990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60990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0.917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916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alibri"/>
              </a:rPr>
              <a:t>LR, 2 features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639165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0.969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639165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0.414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639165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pic>
        <p:nvPicPr>
          <p:cNvPr id="32" name="Picture 31" descr="20260509-132138_classifier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417320"/>
            <a:ext cx="2717074" cy="2377440"/>
          </a:xfrm>
          <a:prstGeom prst="rect">
            <a:avLst/>
          </a:prstGeom>
        </p:spPr>
      </p:pic>
      <p:pic>
        <p:nvPicPr>
          <p:cNvPr id="33" name="Picture 32" descr="20260509-132138_classifier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3931920"/>
            <a:ext cx="3056709" cy="23774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02A43"/>
                </a:solidFill>
                <a:latin typeface="Calibri"/>
              </a:rPr>
              <a:t>Where this sits in the literature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55555"/>
                </a:solidFill>
                <a:latin typeface="Calibri"/>
              </a:rPr>
              <a:t>Narrow contribution alongside two recent Xue et al. papers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2A43"/>
                </a:solidFill>
                <a:latin typeface="Calibri"/>
              </a:rPr>
              <a:t>Closely related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Xue et al., USENIX Security ’22 — passive + active for OpenVPN. Method template.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Xue et al., USENIX Security ’24 — encapsulated-TLS-handshake fingerprint. Doesn’t fire on WG (no nested TLS).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Xue et al., NDSS ’25 — cross-layer RTT. Attenuated on UDP-only short flows.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Wu et al., USENIX Security ’23 — GFW entropy detector. Adjacent.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Alice et al., IMC ’20 — Shadowsocks active probes. Probe taxonomy.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Frolov &amp; Wustrow, NDSS ’20 — probe-resistant proxies.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C9462C"/>
                </a:solidFill>
                <a:latin typeface="Calibri"/>
              </a:rPr>
              <a:t>Honest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Single client/server pair — no ISP-scale measurement.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udp2raw v20230206.0 only; later forks may behave differently.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Static defenses: a delayed-ACK patch + WG MTU below the bulk threshold would weaken C2.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C1’s P3 (bogus ACK) is mildly hostile — adversary should fire it only on already-suspected hosts.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Not benchmarked against AmneziaWG / swgp-go / wstunnel — future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02A43"/>
                </a:solidFill>
                <a:latin typeface="Calibri"/>
              </a:rPr>
              <a:t>Takeaway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02A43"/>
                </a:solidFill>
                <a:latin typeface="Calibri"/>
              </a:rPr>
              <a:t>WireGuard's wire format leaks.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A 25-line classifier handles bare WG.  This is the existing problem the udp2raw shim is supposed to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9462C"/>
                </a:solidFill>
                <a:latin typeface="Calibri"/>
              </a:rPr>
              <a:t>udp2raw doesn't fix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Five TCP probes in 8.5 seconds (C1).  Two flow features, RF, AUC = 1.0 (C2).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4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02A43"/>
                </a:solidFill>
                <a:latin typeface="Calibri"/>
              </a:rPr>
              <a:t>Both signals are structural.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udp2raw silently drops unfamiliar TCP shapes; WireGuard pads to MTU; udp2raw acks 1:1.  None of these are statistical luck.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9462C"/>
                </a:solidFill>
                <a:latin typeface="Calibri"/>
              </a:rPr>
              <a:t>Defenses are obvious but un-implemented in upstream.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Delayed-ACK and a sub-bulk MTU close C2.  More-conformant TCP emulation closes C1.  Both are upstream patches we did not write.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Code, configs, evidence, and the report are in master_set/ and the repo.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— CYB623 — Pace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