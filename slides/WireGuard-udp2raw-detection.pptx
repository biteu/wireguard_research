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Hello, I'm Steven, this is Nicholas. We spent the semester building</a:t>
            </a:r>
          </a:p>
          <a:p>
            <a:r>
              <a:t>a small WireGuard setup and then trying to break it.</a:t>
            </a:r>
          </a:p>
          <a:p/>
          <a:p>
            <a:r>
              <a:t>Quick orientation before we dive in. WireGuard is a modern VPN — when</a:t>
            </a:r>
          </a:p>
          <a:p>
            <a:r>
              <a:t>you turn it on, your traffic goes through an encrypted tunnel to a server</a:t>
            </a:r>
          </a:p>
          <a:p>
            <a:r>
              <a:t>somewhere, and a network observer can't read what's inside. That's the</a:t>
            </a:r>
          </a:p>
          <a:p>
            <a:r>
              <a:t>"confidentiality" part, and WireGuard does it well.</a:t>
            </a:r>
          </a:p>
          <a:p/>
          <a:p>
            <a:r>
              <a:t>The problem we're going to talk about is different. It's not about</a:t>
            </a:r>
          </a:p>
          <a:p>
            <a:r>
              <a:t>reading the contents. It's about whether a network observer can simply</a:t>
            </a:r>
          </a:p>
          <a:p>
            <a:r>
              <a:t>tell that you are USING a VPN at all, even without decrypting anything.</a:t>
            </a:r>
          </a:p>
          <a:p>
            <a:r>
              <a:t>In countries that block VPNs, that distinction is the whole game.</a:t>
            </a:r>
          </a:p>
          <a:p/>
          <a:p>
            <a:r>
              <a:t>The story has two parts.</a:t>
            </a:r>
          </a:p>
          <a:p/>
          <a:p>
            <a:r>
              <a:t>Part one: WireGuard is easy to spot on the wire. Every WireGuard packet</a:t>
            </a:r>
          </a:p>
          <a:p>
            <a:r>
              <a:t>has such a recognizable shape that you can write a detector in about</a:t>
            </a:r>
          </a:p>
          <a:p>
            <a:r>
              <a:t>twenty-five lines of Python. The Great Firewall of China actually does</a:t>
            </a:r>
          </a:p>
          <a:p>
            <a:r>
              <a:t>this in production.</a:t>
            </a:r>
          </a:p>
          <a:p/>
          <a:p>
            <a:r>
              <a:t>Part two: there's a popular open-source tool called udp2raw that's</a:t>
            </a:r>
          </a:p>
          <a:p>
            <a:r>
              <a:t>supposed to disguise WireGuard. It has been downloaded roughly two</a:t>
            </a:r>
          </a:p>
          <a:p>
            <a:r>
              <a:t>hundred and sixty thousand times. People in Iran and China rely on it.</a:t>
            </a:r>
          </a:p>
          <a:p>
            <a:r>
              <a:t>And here's the thing — nobody has ever published a peer-reviewed security</a:t>
            </a:r>
          </a:p>
          <a:p>
            <a:r>
              <a:t>analysis of it. Zero papers.</a:t>
            </a:r>
          </a:p>
          <a:p/>
          <a:p>
            <a:r>
              <a:t>So we did the analysis. We came up with two ways to detect WireGuard</a:t>
            </a:r>
          </a:p>
          <a:p>
            <a:r>
              <a:t>even when it's hiding inside udp2raw. One is "active" — we send a few</a:t>
            </a:r>
          </a:p>
          <a:p>
            <a:r>
              <a:t>test packets at the server and watch how it replies, and we can identify</a:t>
            </a:r>
          </a:p>
          <a:p>
            <a:r>
              <a:t>it in about eight and a half seconds. The other is "passive" — we just</a:t>
            </a:r>
          </a:p>
          <a:p>
            <a:r>
              <a:t>watch normal traffic going by, measure two simple properties of it, and</a:t>
            </a:r>
          </a:p>
          <a:p>
            <a:r>
              <a:t>a small machine-learning model tells WireGuard apart from regular web</a:t>
            </a:r>
          </a:p>
          <a:p>
            <a:r>
              <a:t>traffic with ninety-nine point nine percent accuracy.</a:t>
            </a:r>
          </a:p>
          <a:p/>
          <a:p>
            <a:r>
              <a:t>That's the talk. Let's get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on this slide. First the technical observation, then a</a:t>
            </a:r>
          </a:p>
          <a:p>
            <a:r>
              <a:t>philosophical one that's important so we don't sound like we're attacking</a:t>
            </a:r>
          </a:p>
          <a:p>
            <a:r>
              <a:t>the WireGuard project.</a:t>
            </a:r>
          </a:p>
          <a:p/>
          <a:p>
            <a:r>
              <a:t>The technical observation. Every WireGuard packet starts with the exact</a:t>
            </a:r>
          </a:p>
          <a:p>
            <a:r>
              <a:t>same four bytes. The first byte is a "message type" and it can only be</a:t>
            </a:r>
          </a:p>
          <a:p>
            <a:r>
              <a:t>one of four values: one, two, three, or four. The next three bytes are</a:t>
            </a:r>
          </a:p>
          <a:p>
            <a:r>
              <a:t>literally always zero. So if you're watching the network and you see a</a:t>
            </a:r>
          </a:p>
          <a:p>
            <a:r>
              <a:t>packet whose first byte is one of those four values and the next three</a:t>
            </a:r>
          </a:p>
          <a:p>
            <a:r>
              <a:t>are zero, that's already a really strong hint it's WireGuard.</a:t>
            </a:r>
          </a:p>
          <a:p/>
          <a:p>
            <a:r>
              <a:t>And then it gets easier. WireGuard's "handshake" — that's the initial</a:t>
            </a:r>
          </a:p>
          <a:p>
            <a:r>
              <a:t>back-and-forth when two computers set up the encrypted connection — uses</a:t>
            </a:r>
          </a:p>
          <a:p>
            <a:r>
              <a:t>packets of exactly fixed sizes: a hundred and forty-eight bytes, then</a:t>
            </a:r>
          </a:p>
          <a:p>
            <a:r>
              <a:t>ninety-two, then sixty-four. So you don't even need to decrypt anything.</a:t>
            </a:r>
          </a:p>
          <a:p>
            <a:r>
              <a:t>You just look at the first four bytes and the size of the packet, and</a:t>
            </a:r>
          </a:p>
          <a:p>
            <a:r>
              <a:t>you know.</a:t>
            </a:r>
          </a:p>
          <a:p/>
          <a:p>
            <a:r>
              <a:t>You can write this whole detector in twenty-five lines of Python. We</a:t>
            </a:r>
          </a:p>
          <a:p>
            <a:r>
              <a:t>re-implemented it ourselves as a baseline so we'd have an honest</a:t>
            </a:r>
          </a:p>
          <a:p>
            <a:r>
              <a:t>comparison point for the rest of the paper. And this isn't theoretical —</a:t>
            </a:r>
          </a:p>
          <a:p>
            <a:r>
              <a:t>a paper from USENIX Security 2023, by Wu and colleagues, confirms the</a:t>
            </a:r>
          </a:p>
          <a:p>
            <a:r>
              <a:t>Great Firewall of China does exactly this in production.</a:t>
            </a:r>
          </a:p>
          <a:p/>
          <a:p>
            <a:r>
              <a:t>Now the philosophical point, and this matters. We are NOT saying</a:t>
            </a:r>
          </a:p>
          <a:p>
            <a:r>
              <a:t>WireGuard has a vulnerability. The author of WireGuard, Jason Donenfeld,</a:t>
            </a:r>
          </a:p>
          <a:p>
            <a:r>
              <a:t>wrote in his original paper back in 2017 that hiding the existence of a</a:t>
            </a:r>
          </a:p>
          <a:p>
            <a:r>
              <a:t>VPN is explicitly not WireGuard's job. His position is that if you need</a:t>
            </a:r>
          </a:p>
          <a:p>
            <a:r>
              <a:t>to hide that you're running a VPN, you should put another tool on top of</a:t>
            </a:r>
          </a:p>
          <a:p>
            <a:r>
              <a:t>WireGuard to handle that.</a:t>
            </a:r>
          </a:p>
          <a:p/>
          <a:p>
            <a:r>
              <a:t>So the question we're actually asking is not "can you detect</a:t>
            </a:r>
          </a:p>
          <a:p>
            <a:r>
              <a:t>WireGuard?" — that's a solved problem. The question is, "can you</a:t>
            </a:r>
          </a:p>
          <a:p>
            <a:r>
              <a:t>detect WireGuard once someone has wrapped it inside the most popular</a:t>
            </a:r>
          </a:p>
          <a:p>
            <a:r>
              <a:t>hiding tool people actually use?" That tool is udp2raw, and that's the</a:t>
            </a:r>
          </a:p>
          <a:p>
            <a:r>
              <a:t>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boxes at the top of the slide. They're showing the two different</a:t>
            </a:r>
          </a:p>
          <a:p>
            <a:r>
              <a:t>ways a WireGuard client can talk to a WireGuard server in our lab. The</a:t>
            </a:r>
          </a:p>
          <a:p>
            <a:r>
              <a:t>encryption keys are identical in both setups; the only thing that</a:t>
            </a:r>
          </a:p>
          <a:p>
            <a:r>
              <a:t>changes is what the traffic LOOKS like to anyone watching the network.</a:t>
            </a:r>
          </a:p>
          <a:p/>
          <a:p>
            <a:r>
              <a:t>Left box: the "direct" path. WireGuard packets just go over UDP, which</a:t>
            </a:r>
          </a:p>
          <a:p>
            <a:r>
              <a:t>is one of the two basic ways data travels on the internet. UDP is what</a:t>
            </a:r>
          </a:p>
          <a:p>
            <a:r>
              <a:t>WireGuard normally uses. The problem is that this is what the Great</a:t>
            </a:r>
          </a:p>
          <a:p>
            <a:r>
              <a:t>Firewall already detects and blocks, because of the obvious fingerprint</a:t>
            </a:r>
          </a:p>
          <a:p>
            <a:r>
              <a:t>we just talked about.</a:t>
            </a:r>
          </a:p>
          <a:p/>
          <a:p>
            <a:r>
              <a:t>Right box: the "obfuscated" path. This is where udp2raw comes in.</a:t>
            </a:r>
          </a:p>
          <a:p>
            <a:r>
              <a:t>udp2raw takes each WireGuard packet and re-wraps it to look like TCP</a:t>
            </a:r>
          </a:p>
          <a:p>
            <a:r>
              <a:t>instead. TCP is the other main way data travels on the internet — it's</a:t>
            </a:r>
          </a:p>
          <a:p>
            <a:r>
              <a:t>what your web browser uses for almost everything. The idea is that TCP</a:t>
            </a:r>
          </a:p>
          <a:p>
            <a:r>
              <a:t>traffic is so common and so normal-looking that nobody will notice your</a:t>
            </a:r>
          </a:p>
          <a:p>
            <a:r>
              <a:t>VPN hiding inside it. udp2raw calls this "faketcp" because it's not a</a:t>
            </a:r>
          </a:p>
          <a:p>
            <a:r>
              <a:t>real TCP connection underneath; it's just shaped like one.</a:t>
            </a:r>
          </a:p>
          <a:p/>
          <a:p>
            <a:r>
              <a:t>Now, why udp2raw specifically? A few reasons.</a:t>
            </a:r>
          </a:p>
          <a:p/>
          <a:p>
            <a:r>
              <a:t>One — it's the dominant tool of its kind. Two hundred and fifty-nine</a:t>
            </a:r>
          </a:p>
          <a:p>
            <a:r>
              <a:t>thousand downloads of the actual binary. That's not GitHub stars or</a:t>
            </a:r>
          </a:p>
          <a:p>
            <a:r>
              <a:t>people bookmarking it, that's people downloading it to run. There's also</a:t>
            </a:r>
          </a:p>
          <a:p>
            <a:r>
              <a:t>a fork for other platforms with another forty-one thousand downloads.</a:t>
            </a:r>
          </a:p>
          <a:p/>
          <a:p>
            <a:r>
              <a:t>Two — there's real-world evidence that governments are blocking it. An</a:t>
            </a:r>
          </a:p>
          <a:p>
            <a:r>
              <a:t>issue on the udp2raw GitHub from 2024 documents an Iranian ISP blocking</a:t>
            </a:r>
          </a:p>
          <a:p>
            <a:r>
              <a:t>all of its modes within seconds. There's a long-running discussion</a:t>
            </a:r>
          </a:p>
          <a:p>
            <a:r>
              <a:t>thread about Iran's deep packet inspection — that's the term for when a</a:t>
            </a:r>
          </a:p>
          <a:p>
            <a:r>
              <a:t>network operator looks at the contents of packets, not just where</a:t>
            </a:r>
          </a:p>
          <a:p>
            <a:r>
              <a:t>they're going — and udp2raw is one of the tools that gets blocked.</a:t>
            </a:r>
          </a:p>
          <a:p/>
          <a:p>
            <a:r>
              <a:t>Three, and this is the gap we're filling — nobody has academically</a:t>
            </a:r>
          </a:p>
          <a:p>
            <a:r>
              <a:t>analyzed it. We searched the major security conferences. USENIX, NDSS,</a:t>
            </a:r>
          </a:p>
          <a:p>
            <a:r>
              <a:t>IMC, FOCI, PETS, CCS. These are the venues where this kind of work</a:t>
            </a:r>
          </a:p>
          <a:p>
            <a:r>
              <a:t>gets published. Nothing on udp2raw. So this is genuinely an unstudied</a:t>
            </a:r>
          </a:p>
          <a:p>
            <a:r>
              <a:t>target.</a:t>
            </a:r>
          </a:p>
          <a:p/>
          <a:p>
            <a:r>
              <a:t>One last thing — you might wonder why we don't also test other tools</a:t>
            </a:r>
          </a:p>
          <a:p>
            <a:r>
              <a:t>like AmneziaWG or swgp-go. The answer is that those tools modify</a:t>
            </a:r>
          </a:p>
          <a:p>
            <a:r>
              <a:t>WireGuard itself; they're a different category of fix. udp2raw is the</a:t>
            </a:r>
          </a:p>
          <a:p>
            <a:r>
              <a:t>only big, popular, unstudied tool in the "wrap it generically" category,</a:t>
            </a:r>
          </a:p>
          <a:p>
            <a:r>
              <a:t>so we focused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framing on this slide. There are two general ways to detect a</a:t>
            </a:r>
          </a:p>
          <a:p>
            <a:r>
              <a:t>hidden service on a network. "Active" means you send something at the</a:t>
            </a:r>
          </a:p>
          <a:p>
            <a:r>
              <a:t>server and watch how it responds. "Passive" means you don't send</a:t>
            </a:r>
          </a:p>
          <a:p>
            <a:r>
              <a:t>anything — you just watch traffic going by and look for patterns. We do</a:t>
            </a:r>
          </a:p>
          <a:p>
            <a:r>
              <a:t>both.</a:t>
            </a:r>
          </a:p>
          <a:p/>
          <a:p>
            <a:r>
              <a:t>We didn't invent this two-pronged approach. A team at the University of</a:t>
            </a:r>
          </a:p>
          <a:p>
            <a:r>
              <a:t>Michigan led by Diwen Xue published a paper at USENIX Security 2022 that</a:t>
            </a:r>
          </a:p>
          <a:p>
            <a:r>
              <a:t>won "Distinguished Paper" — that's the conference's top award — where</a:t>
            </a:r>
          </a:p>
          <a:p>
            <a:r>
              <a:t>they did exactly this for a different VPN called OpenVPN. We're applying</a:t>
            </a:r>
          </a:p>
          <a:p>
            <a:r>
              <a:t>their same playbook to WireGuard-plus-udp2raw, which their paper didn't</a:t>
            </a:r>
          </a:p>
          <a:p>
            <a:r>
              <a:t>cover.</a:t>
            </a:r>
          </a:p>
          <a:p/>
          <a:p>
            <a:r>
              <a:t>Left box, contribution one: the active prober. We send five carefully</a:t>
            </a:r>
          </a:p>
          <a:p>
            <a:r>
              <a:t>chosen TCP packets at the target server. Five packets total. The whole</a:t>
            </a:r>
          </a:p>
          <a:p>
            <a:r>
              <a:t>test takes under nine seconds, and we always get the same answer when</a:t>
            </a:r>
          </a:p>
          <a:p>
            <a:r>
              <a:t>we re-run it. I'll walk through the actual packets on the next slide.</a:t>
            </a:r>
          </a:p>
          <a:p/>
          <a:p>
            <a:r>
              <a:t>Right box, contribution two: the passive classifier. We just watch</a:t>
            </a:r>
          </a:p>
          <a:p>
            <a:r>
              <a:t>traffic and measure two things about each "flow." A flow is a</a:t>
            </a:r>
          </a:p>
          <a:p>
            <a:r>
              <a:t>conversation between two computers — one IP address talking to another</a:t>
            </a:r>
          </a:p>
          <a:p>
            <a:r>
              <a:t>on specific ports. So for every flow we see, we compute these two</a:t>
            </a:r>
          </a:p>
          <a:p>
            <a:r>
              <a:t>numbers, and a small machine learning model uses them to decide:</a:t>
            </a:r>
          </a:p>
          <a:p>
            <a:r>
              <a:t>WireGuard, or not?</a:t>
            </a:r>
          </a:p>
          <a:p/>
          <a:p>
            <a:r>
              <a:t>The two numbers are called "bulk_fraction" and "ack60_fraction." Don't</a:t>
            </a:r>
          </a:p>
          <a:p>
            <a:r>
              <a:t>worry about what they mean yet — slide six is dedicated to explaining</a:t>
            </a:r>
          </a:p>
          <a:p>
            <a:r>
              <a:t>them. The key thing is they're not random statistical patterns we got</a:t>
            </a:r>
          </a:p>
          <a:p>
            <a:r>
              <a:t>lucky with. They come directly from how WireGuard and udp2raw are</a:t>
            </a:r>
          </a:p>
          <a:p>
            <a:r>
              <a:t>written. WireGuard always pads its packets to the maximum size, and</a:t>
            </a:r>
          </a:p>
          <a:p>
            <a:r>
              <a:t>udp2raw sends back one acknowledgment packet for every data packet it</a:t>
            </a:r>
          </a:p>
          <a:p>
            <a:r>
              <a:t>receives. Those two implementation choices are essentially impossible to</a:t>
            </a:r>
          </a:p>
          <a:p>
            <a:r>
              <a:t>hide.</a:t>
            </a:r>
          </a:p>
          <a:p/>
          <a:p>
            <a:r>
              <a:t>The model we use is called a Random Forest. Think of it as a system</a:t>
            </a:r>
          </a:p>
          <a:p>
            <a:r>
              <a:t>that learns rules from examples — you give it a bunch of WireGuard</a:t>
            </a:r>
          </a:p>
          <a:p>
            <a:r>
              <a:t>flows and a bunch of normal flows, and it figures out the boundary</a:t>
            </a:r>
          </a:p>
          <a:p>
            <a:r>
              <a:t>between them. On our data, it's correct ninety-nine point nine percent</a:t>
            </a:r>
          </a:p>
          <a:p>
            <a:r>
              <a:t>of the time.</a:t>
            </a:r>
          </a:p>
          <a:p/>
          <a:p>
            <a:r>
              <a:t>For training data, we captured twenty-four WireGuard flows ourselves in</a:t>
            </a:r>
          </a:p>
          <a:p>
            <a:r>
              <a:t>the lab. For the "normal traffic" comparison, we used a public research</a:t>
            </a:r>
          </a:p>
          <a:p>
            <a:r>
              <a:t>dataset called ISCXVPN2016, which has over a thousand recordings of</a:t>
            </a:r>
          </a:p>
          <a:p>
            <a:r>
              <a:t>ordinary web browsing, video, email, chat, and so on. It's the standard</a:t>
            </a:r>
          </a:p>
          <a:p>
            <a:r>
              <a:t>dataset everyone uses for this kind of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active prober's results. Three columns — same server, three</a:t>
            </a:r>
          </a:p>
          <a:p>
            <a:r>
              <a:t>different ports. A "port" is just a number that identifies which</a:t>
            </a:r>
          </a:p>
          <a:p>
            <a:r>
              <a:t>service on a server you're talking to. Port twenty-two is real SSH,</a:t>
            </a:r>
          </a:p>
          <a:p>
            <a:r>
              <a:t>which is normal remote-login software running on the kernel — that's</a:t>
            </a:r>
          </a:p>
          <a:p>
            <a:r>
              <a:t>our "real TCP" control. Port four thousand ninety-six is where udp2raw</a:t>
            </a:r>
          </a:p>
          <a:p>
            <a:r>
              <a:t>is listening. Port nine thousand nine hundred ninety-nine is closed,</a:t>
            </a:r>
          </a:p>
          <a:p>
            <a:r>
              <a:t>nothing running there — that's our negative control.</a:t>
            </a:r>
          </a:p>
          <a:p/>
          <a:p>
            <a:r>
              <a:t>Quick TCP refresher so the table reads cleanly. When two computers want</a:t>
            </a:r>
          </a:p>
          <a:p>
            <a:r>
              <a:t>to start a TCP connection, the client sends a "SYN" packet — that's</a:t>
            </a:r>
          </a:p>
          <a:p>
            <a:r>
              <a:t>short for synchronize, it's basically "hello, want to talk?" The server</a:t>
            </a:r>
          </a:p>
          <a:p>
            <a:r>
              <a:t>replies with a "SYN-ACK" — "hello back, sure." That's the start of every</a:t>
            </a:r>
          </a:p>
          <a:p>
            <a:r>
              <a:t>TCP connection. There's also "RST" — short for reset — which is what a</a:t>
            </a:r>
          </a:p>
          <a:p>
            <a:r>
              <a:t>server sends to say "no, go away." And "FIN" — for finish — which means</a:t>
            </a:r>
          </a:p>
          <a:p>
            <a:r>
              <a:t>"I'm done talking." Those four — SYN, SYN-ACK, RST, FIN — are most of</a:t>
            </a:r>
          </a:p>
          <a:p>
            <a:r>
              <a:t>what you need to read this table.</a:t>
            </a:r>
          </a:p>
          <a:p/>
          <a:p>
            <a:r>
              <a:t>Five rows in the table, one per probe. Look at the orange "silent"</a:t>
            </a:r>
          </a:p>
          <a:p>
            <a:r>
              <a:t>entries in the middle column.</a:t>
            </a:r>
          </a:p>
          <a:p/>
          <a:p>
            <a:r>
              <a:t>The first probe is just a normal SYN. udp2raw answers it. Of course it</a:t>
            </a:r>
          </a:p>
          <a:p>
            <a:r>
              <a:t>does — that's the whole point of the disguise. If it didn't answer SYNs</a:t>
            </a:r>
          </a:p>
          <a:p>
            <a:r>
              <a:t>it wouldn't look like a TCP server at all.</a:t>
            </a:r>
          </a:p>
          <a:p/>
          <a:p>
            <a:r>
              <a:t>The third probe is a bogus ACK — we pretend to acknowledge a connection</a:t>
            </a:r>
          </a:p>
          <a:p>
            <a:r>
              <a:t>that doesn't exist. udp2raw also answers this one, but here's the</a:t>
            </a:r>
          </a:p>
          <a:p>
            <a:r>
              <a:t>subtle reason: udp2raw itself doesn't generate the response, the</a:t>
            </a:r>
          </a:p>
          <a:p>
            <a:r>
              <a:t>underlying Linux kernel does, because udp2raw didn't recognize the</a:t>
            </a:r>
          </a:p>
          <a:p>
            <a:r>
              <a:t>packet and the kernel emits its own reset by default. So probe one and</a:t>
            </a:r>
          </a:p>
          <a:p>
            <a:r>
              <a:t>probe three don't help us discriminate.</a:t>
            </a:r>
          </a:p>
          <a:p/>
          <a:p>
            <a:r>
              <a:t>The interesting ones are probes two, four, and five. Probe two is a SYN</a:t>
            </a:r>
          </a:p>
          <a:p>
            <a:r>
              <a:t>packet with thirty-two bytes of data attached. That's unusual but legal,</a:t>
            </a:r>
          </a:p>
          <a:p>
            <a:r>
              <a:t>and a real Linux kernel always replies. Probe four uses an unusual TCP</a:t>
            </a:r>
          </a:p>
          <a:p>
            <a:r>
              <a:t>option — specifically a "window scale" of fourteen, which is at the edge</a:t>
            </a:r>
          </a:p>
          <a:p>
            <a:r>
              <a:t>of what's allowed. A real kernel still replies. Probe five is a FIN</a:t>
            </a:r>
          </a:p>
          <a:p>
            <a:r>
              <a:t>packet — a "goodbye" packet — sent to a port where no conversation was</a:t>
            </a:r>
          </a:p>
          <a:p>
            <a:r>
              <a:t>ever started. Real kernels reply to this too.</a:t>
            </a:r>
          </a:p>
          <a:p/>
          <a:p>
            <a:r>
              <a:t>udp2raw replies to none of them. Silent, silent, silent. That's the</a:t>
            </a:r>
          </a:p>
          <a:p>
            <a:r>
              <a:t>giveaway. udp2raw was written to handle one specific TCP pattern, and</a:t>
            </a:r>
          </a:p>
          <a:p>
            <a:r>
              <a:t>anything outside that pattern, it just drops on the floor. A real Linux</a:t>
            </a:r>
          </a:p>
          <a:p>
            <a:r>
              <a:t>kernel never drops these — it always reacts.</a:t>
            </a:r>
          </a:p>
          <a:p/>
          <a:p>
            <a:r>
              <a:t>So our rule is simple: count how many of probes two, four, and five</a:t>
            </a:r>
          </a:p>
          <a:p>
            <a:r>
              <a:t>were silent. If it's three out of three, it's udp2raw. Real TCP scores</a:t>
            </a:r>
          </a:p>
          <a:p>
            <a:r>
              <a:t>zero out of three. Done.</a:t>
            </a:r>
          </a:p>
          <a:p/>
          <a:p>
            <a:r>
              <a:t>The bottom of the table is the timing. Half a second for real TCP. Eight</a:t>
            </a:r>
          </a:p>
          <a:p>
            <a:r>
              <a:t>and a half seconds for udp2raw. The reason udp2raw takes longer is we</a:t>
            </a:r>
          </a:p>
          <a:p>
            <a:r>
              <a:t>wait the full timeout on each of the silent probes. The closed port</a:t>
            </a:r>
          </a:p>
          <a:p>
            <a:r>
              <a:t>takes fifteen and a half because there's nothing replying to anything.</a:t>
            </a:r>
          </a:p>
          <a:p>
            <a:r>
              <a:t>And we ran this against udp2raw five separate times — same verdict every</a:t>
            </a:r>
          </a:p>
          <a:p>
            <a:r>
              <a:t>time. Five out of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 this is the heart of the passive classifier. Two numbers we measure</a:t>
            </a:r>
          </a:p>
          <a:p>
            <a:r>
              <a:t>about every flow.</a:t>
            </a:r>
          </a:p>
          <a:p/>
          <a:p>
            <a:r>
              <a:t>First feature, called "bulk_fraction." This is just the fraction of</a:t>
            </a:r>
          </a:p>
          <a:p>
            <a:r>
              <a:t>packets in the flow that are "big." We defined "big" as twelve hundred</a:t>
            </a:r>
          </a:p>
          <a:p>
            <a:r>
              <a:t>bytes or more. The reason is something called MTU — short for Maximum</a:t>
            </a:r>
          </a:p>
          <a:p>
            <a:r>
              <a:t>Transmission Unit, which is the largest packet size a network link will</a:t>
            </a:r>
          </a:p>
          <a:p>
            <a:r>
              <a:t>carry, usually around fifteen hundred bytes. WireGuard pads every single</a:t>
            </a:r>
          </a:p>
          <a:p>
            <a:r>
              <a:t>one of its packets up to right near that maximum. Web browsers don't do</a:t>
            </a:r>
          </a:p>
          <a:p>
            <a:r>
              <a:t>this. A typical web flow has a mix of big packets when you're</a:t>
            </a:r>
          </a:p>
          <a:p>
            <a:r>
              <a:t>downloading something and tiny packets the rest of the time. So:</a:t>
            </a:r>
          </a:p>
          <a:p/>
          <a:p>
            <a:r>
              <a:t>WireGuard flows: about fifty-five percent of their packets are big.</a:t>
            </a:r>
          </a:p>
          <a:p>
            <a:r>
              <a:t>Normal background traffic: about two percent. That's a huge gap.</a:t>
            </a:r>
          </a:p>
          <a:p/>
          <a:p>
            <a:r>
              <a:t>The table also lists something called "Cohen's d." This is a statistics</a:t>
            </a:r>
          </a:p>
          <a:p>
            <a:r>
              <a:t>term that measures how cleanly separated two groups of numbers are. It's</a:t>
            </a:r>
          </a:p>
          <a:p>
            <a:r>
              <a:t>on a scale where zero point eight is already considered a "large"</a:t>
            </a:r>
          </a:p>
          <a:p>
            <a:r>
              <a:t>difference. For bulk_fraction we get three point eight three — almost</a:t>
            </a:r>
          </a:p>
          <a:p>
            <a:r>
              <a:t>five times the threshold for "large." This is a giant, obvious</a:t>
            </a:r>
          </a:p>
          <a:p>
            <a:r>
              <a:t>difference, not a subtle one we squeezed out with statistics.</a:t>
            </a:r>
          </a:p>
          <a:p/>
          <a:p>
            <a:r>
              <a:t>Second feature, "ack60_fraction." This one's a little more intricate so</a:t>
            </a:r>
          </a:p>
          <a:p>
            <a:r>
              <a:t>bear with me. When you make a TCP connection, every time you send data,</a:t>
            </a:r>
          </a:p>
          <a:p>
            <a:r>
              <a:t>the other side sends back a tiny acknowledgment packet — sixty bytes,</a:t>
            </a:r>
          </a:p>
          <a:p>
            <a:r>
              <a:t>usually. These are called ACKs. In normal bulk file transfers, the</a:t>
            </a:r>
          </a:p>
          <a:p>
            <a:r>
              <a:t>receiving side waits and sends one ACK for every TWO data packets, to</a:t>
            </a:r>
          </a:p>
          <a:p>
            <a:r>
              <a:t>save bandwidth. That's called "delayed ACK." So normal TCP has about</a:t>
            </a:r>
          </a:p>
          <a:p>
            <a:r>
              <a:t>thirty-three percent ACKs.</a:t>
            </a:r>
          </a:p>
          <a:p/>
          <a:p>
            <a:r>
              <a:t>But udp2raw breaks this. udp2raw takes each WireGuard packet and wraps</a:t>
            </a:r>
          </a:p>
          <a:p>
            <a:r>
              <a:t>it as one separate TCP segment. The receiving computer's kernel sees</a:t>
            </a:r>
          </a:p>
          <a:p>
            <a:r>
              <a:t>these as separate arrivals and ACKs each one individually — no delayed</a:t>
            </a:r>
          </a:p>
          <a:p>
            <a:r>
              <a:t>ACK happens. So you end up with one ACK per data packet, fifty-fifty,</a:t>
            </a:r>
          </a:p>
          <a:p>
            <a:r>
              <a:t>and the ACK fraction climbs.</a:t>
            </a:r>
          </a:p>
          <a:p/>
          <a:p>
            <a:r>
              <a:t>For WireGuard-in-udp2raw, ack60_fraction is about thirty percent. For</a:t>
            </a:r>
          </a:p>
          <a:p>
            <a:r>
              <a:t>ordinary traffic, it's about seven percent. Cohen's d of one point two</a:t>
            </a:r>
          </a:p>
          <a:p>
            <a:r>
              <a:t>seven — still a large effect.</a:t>
            </a:r>
          </a:p>
          <a:p/>
          <a:p>
            <a:r>
              <a:t>The scatter plot on the right is showing all one thousand eighty-two</a:t>
            </a:r>
          </a:p>
          <a:p>
            <a:r>
              <a:t>flows we have, plotted on these two axes. Orange dots are WireGuard.</a:t>
            </a:r>
          </a:p>
          <a:p>
            <a:r>
              <a:t>Grey dots are normal traffic. You can see they live in completely</a:t>
            </a:r>
          </a:p>
          <a:p>
            <a:r>
              <a:t>different regions of the plot. They barely overlap. All twenty-four of</a:t>
            </a:r>
          </a:p>
          <a:p>
            <a:r>
              <a:t>our WireGuard flows have a bulk_fraction of at least zero point three</a:t>
            </a:r>
          </a:p>
          <a:p>
            <a:r>
              <a:t>two. Out of one thousand fifty-eight normal flows, only four are</a:t>
            </a:r>
          </a:p>
          <a:p>
            <a:r>
              <a:t>anywhere near the WireGuard cluster.</a:t>
            </a:r>
          </a:p>
          <a:p/>
          <a:p>
            <a:r>
              <a:t>Bottom-left in orange, a quick aside about scientific honesty. Going in,</a:t>
            </a:r>
          </a:p>
          <a:p>
            <a:r>
              <a:t>I expected a different feature called "dominant_size_fraction" — meaning</a:t>
            </a:r>
          </a:p>
          <a:p>
            <a:r>
              <a:t>how often the most-common packet size shows up — to be the smoking gun.</a:t>
            </a:r>
          </a:p>
          <a:p>
            <a:r>
              <a:t>Turned out the data went the opposite direction from what I expected.</a:t>
            </a:r>
          </a:p>
          <a:p>
            <a:r>
              <a:t>The reason is that the public dataset contains lots of idle "keepalive"</a:t>
            </a:r>
          </a:p>
          <a:p>
            <a:r>
              <a:t>flows where every packet is literally identical, so they score higher on</a:t>
            </a:r>
          </a:p>
          <a:p>
            <a:r>
              <a:t>that feature than WireGuard does. The real-world data corrected my bad</a:t>
            </a:r>
          </a:p>
          <a:p>
            <a:r>
              <a:t>guess. We dropped that feature and three others, and the two that</a:t>
            </a:r>
          </a:p>
          <a:p>
            <a:r>
              <a:t>survived are the ones grounded in actual protocol mechanics, not in</a:t>
            </a:r>
          </a:p>
          <a:p>
            <a:r>
              <a:t>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OK so we took those two features from the last slide and trained the</a:t>
            </a:r>
          </a:p>
          <a:p>
            <a:r>
              <a:t>classifier. Here are the results.</a:t>
            </a:r>
          </a:p>
          <a:p/>
          <a:p>
            <a:r>
              <a:t>Before reading the numbers, let me quickly define them, because each one</a:t>
            </a:r>
          </a:p>
          <a:p>
            <a:r>
              <a:t>measures something different.</a:t>
            </a:r>
          </a:p>
          <a:p/>
          <a:p>
            <a:r>
              <a:t>"Accuracy" is the simplest — out of every flow we tested, how many did</a:t>
            </a:r>
          </a:p>
          <a:p>
            <a:r>
              <a:t>we label correctly? We got ninety-nine point nine one percent. So out of</a:t>
            </a:r>
          </a:p>
          <a:p>
            <a:r>
              <a:t>about a thousand flows, we mislabeled around one.</a:t>
            </a:r>
          </a:p>
          <a:p/>
          <a:p>
            <a:r>
              <a:t>"Precision" answers the question: when the classifier says "this IS</a:t>
            </a:r>
          </a:p>
          <a:p>
            <a:r>
              <a:t>WireGuard," how often is it right? We got one point zero. That's perfect.</a:t>
            </a:r>
          </a:p>
          <a:p>
            <a:r>
              <a:t>Zero false alarms. We never accused a normal web flow of being WireGuard.</a:t>
            </a:r>
          </a:p>
          <a:p/>
          <a:p>
            <a:r>
              <a:t>"Recall" is the opposite question: of all the real WireGuard flows that</a:t>
            </a:r>
          </a:p>
          <a:p>
            <a:r>
              <a:t>existed, how many did we catch? Zero point nine five eight. That means</a:t>
            </a:r>
          </a:p>
          <a:p>
            <a:r>
              <a:t>we caught twenty-three of the twenty-four WireGuard flows. One slipped</a:t>
            </a:r>
          </a:p>
          <a:p>
            <a:r>
              <a:t>through. So we're slightly conservative — we miss the occasional one,</a:t>
            </a:r>
          </a:p>
          <a:p>
            <a:r>
              <a:t>but we never falsely accuse.</a:t>
            </a:r>
          </a:p>
          <a:p/>
          <a:p>
            <a:r>
              <a:t>"ROC AUC" is the trickiest one to explain. Imagine you could tune the</a:t>
            </a:r>
          </a:p>
          <a:p>
            <a:r>
              <a:t>classifier to be more paranoid — willing to call more flows WireGuard —</a:t>
            </a:r>
          </a:p>
          <a:p>
            <a:r>
              <a:t>or more relaxed. Each setting trades false alarms for missed WireGuards.</a:t>
            </a:r>
          </a:p>
          <a:p>
            <a:r>
              <a:t>ROC AUC is a single number that summarizes how well the classifier does</a:t>
            </a:r>
          </a:p>
          <a:p>
            <a:r>
              <a:t>across ALL of those tunings at once. The scale is zero point five for</a:t>
            </a:r>
          </a:p>
          <a:p>
            <a:r>
              <a:t>random guessing, one point zero for a perfect classifier. We got</a:t>
            </a:r>
          </a:p>
          <a:p>
            <a:r>
              <a:t>one point zero. Couldn't ask for better.</a:t>
            </a:r>
          </a:p>
          <a:p/>
          <a:p>
            <a:r>
              <a:t>Now the smaller table below — this is showing what happens if we add</a:t>
            </a:r>
          </a:p>
          <a:p>
            <a:r>
              <a:t>more features. The "RF, two features" row is the headline classifier we</a:t>
            </a:r>
          </a:p>
          <a:p>
            <a:r>
              <a:t>just discussed. The "RF, eight features" row added six more measurements:</a:t>
            </a:r>
          </a:p>
          <a:p>
            <a:r>
              <a:t>things like packet-size variety, how concentrated the sizes are, how</a:t>
            </a:r>
          </a:p>
          <a:p>
            <a:r>
              <a:t>fast packets are flowing, and so on. You'd think more information means</a:t>
            </a:r>
          </a:p>
          <a:p>
            <a:r>
              <a:t>better results. It doesn't. Recall actually drops a tiny bit — we catch</a:t>
            </a:r>
          </a:p>
          <a:p>
            <a:r>
              <a:t>twenty-two flows instead of twenty-three. The extra features added noise</a:t>
            </a:r>
          </a:p>
          <a:p>
            <a:r>
              <a:t>without adding signal. The data was telling us "those two features were</a:t>
            </a:r>
          </a:p>
          <a:p>
            <a:r>
              <a:t>enough."</a:t>
            </a:r>
          </a:p>
          <a:p/>
          <a:p>
            <a:r>
              <a:t>"LR" in the third row stands for Logistic Regression, which is a simpler</a:t>
            </a:r>
          </a:p>
          <a:p>
            <a:r>
              <a:t>type of model than Random Forest — it just tries to draw a straight line</a:t>
            </a:r>
          </a:p>
          <a:p>
            <a:r>
              <a:t>between the two groups. It catches every single WireGuard flow but it</a:t>
            </a:r>
          </a:p>
          <a:p>
            <a:r>
              <a:t>also raises about three percent false alarms, because the boundary</a:t>
            </a:r>
          </a:p>
          <a:p>
            <a:r>
              <a:t>between the two groups isn't actually a straight line.</a:t>
            </a:r>
          </a:p>
          <a:p/>
          <a:p>
            <a:r>
              <a:t>The pictures on the right. The top one is a "confusion matrix" — it's a</a:t>
            </a:r>
          </a:p>
          <a:p>
            <a:r>
              <a:t>two-by-two grid showing how many WireGuard flows got correctly labeled</a:t>
            </a:r>
          </a:p>
          <a:p>
            <a:r>
              <a:t>as WireGuard, how many normal flows got correctly labeled as normal,</a:t>
            </a:r>
          </a:p>
          <a:p>
            <a:r>
              <a:t>and the mistakes in the other two corners. Almost everything is on the</a:t>
            </a:r>
          </a:p>
          <a:p>
            <a:r>
              <a:t>diagonal, which means almost everything is correct.</a:t>
            </a:r>
          </a:p>
          <a:p/>
          <a:p>
            <a:r>
              <a:t>The bottom picture is the "ROC curve" — that's where the ROC AUC number</a:t>
            </a:r>
          </a:p>
          <a:p>
            <a:r>
              <a:t>comes from. The curve hugs the top-left corner of the plot, which is</a:t>
            </a:r>
          </a:p>
          <a:p>
            <a:r>
              <a:t>what a near-perfect classifier looks like. A diagonal line through the</a:t>
            </a:r>
          </a:p>
          <a:p>
            <a:r>
              <a:t>middle would mean random guessing. We're nowhere near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does two things. The left side puts us in conversation with</a:t>
            </a:r>
          </a:p>
          <a:p>
            <a:r>
              <a:t>the existing research, so you know we didn't reinvent the wheel. The</a:t>
            </a:r>
          </a:p>
          <a:p>
            <a:r>
              <a:t>right side is us being honest about what we did NOT do.</a:t>
            </a:r>
          </a:p>
          <a:p/>
          <a:p>
            <a:r>
              <a:t>Left side. The dominant research group in this area is at the University</a:t>
            </a:r>
          </a:p>
          <a:p>
            <a:r>
              <a:t>of Michigan, led by Diwen Xue. They have three relevant papers.</a:t>
            </a:r>
          </a:p>
          <a:p/>
          <a:p>
            <a:r>
              <a:t>Their 2022 paper at USENIX Security broke obfuscated OpenVPN. That's</a:t>
            </a:r>
          </a:p>
          <a:p>
            <a:r>
              <a:t>where we got our two-stage active-plus-passive methodology. OpenVPN is</a:t>
            </a:r>
          </a:p>
          <a:p>
            <a:r>
              <a:t>a different VPN than WireGuard, and the specific attacks don't carry</a:t>
            </a:r>
          </a:p>
          <a:p>
            <a:r>
              <a:t>over, but the playbook does.</a:t>
            </a:r>
          </a:p>
          <a:p/>
          <a:p>
            <a:r>
              <a:t>Their 2024 paper looks for nested encryption handshakes — basically,</a:t>
            </a:r>
          </a:p>
          <a:p>
            <a:r>
              <a:t>when a tool tries to disguise traffic as HTTPS, there's often a real</a:t>
            </a:r>
          </a:p>
          <a:p>
            <a:r>
              <a:t>TLS handshake hidden inside. They look for that. It doesn't work</a:t>
            </a:r>
          </a:p>
          <a:p>
            <a:r>
              <a:t>against WireGuard, because WireGuard doesn't use TLS at all. There's</a:t>
            </a:r>
          </a:p>
          <a:p>
            <a:r>
              <a:t>no nested handshake to find.</a:t>
            </a:r>
          </a:p>
          <a:p/>
          <a:p>
            <a:r>
              <a:t>Their 2025 paper at NDSS uses timing differences between layers of the</a:t>
            </a:r>
          </a:p>
          <a:p>
            <a:r>
              <a:t>network stack — basically measuring round-trip times at different</a:t>
            </a:r>
          </a:p>
          <a:p>
            <a:r>
              <a:t>levels and looking for inconsistencies. It works well on long,</a:t>
            </a:r>
          </a:p>
          <a:p>
            <a:r>
              <a:t>high-bandwidth connections. Our captures are short and use UDP, where</a:t>
            </a:r>
          </a:p>
          <a:p>
            <a:r>
              <a:t>that timing signal is weak. So that approach doesn't really apply to</a:t>
            </a:r>
          </a:p>
          <a:p>
            <a:r>
              <a:t>our case either.</a:t>
            </a:r>
          </a:p>
          <a:p/>
          <a:p>
            <a:r>
              <a:t>The bottom line is: those general-purpose techniques exist, but none of</a:t>
            </a:r>
          </a:p>
          <a:p>
            <a:r>
              <a:t>them solve the WireGuard-in-udp2raw case specifically. So the</a:t>
            </a:r>
          </a:p>
          <a:p>
            <a:r>
              <a:t>protocol-specific approach we took — features that come from how</a:t>
            </a:r>
          </a:p>
          <a:p>
            <a:r>
              <a:t>WireGuard and udp2raw are actually written — is the available</a:t>
            </a:r>
          </a:p>
          <a:p>
            <a:r>
              <a:t>approach.</a:t>
            </a:r>
          </a:p>
          <a:p/>
          <a:p>
            <a:r>
              <a:t>We also cite Wu et al. on the Great Firewall's entropy filter, and</a:t>
            </a:r>
          </a:p>
          <a:p>
            <a:r>
              <a:t>older work on Shadowsocks and TLS-based circumvention tools. That gives</a:t>
            </a:r>
          </a:p>
          <a:p>
            <a:r>
              <a:t>us the broader context.</a:t>
            </a:r>
          </a:p>
          <a:p/>
          <a:p>
            <a:r>
              <a:t>Right side. What we are NOT claiming.</a:t>
            </a:r>
          </a:p>
          <a:p/>
          <a:p>
            <a:r>
              <a:t>One — we ran this in a lab, with one client and one server. We don't</a:t>
            </a:r>
          </a:p>
          <a:p>
            <a:r>
              <a:t>have data from actual internet service providers at scale. So we can't</a:t>
            </a:r>
          </a:p>
          <a:p>
            <a:r>
              <a:t>say "this would work on every network in the world." It's possible some</a:t>
            </a:r>
          </a:p>
          <a:p>
            <a:r>
              <a:t>of our signals weaken in environments we didn't test.</a:t>
            </a:r>
          </a:p>
          <a:p/>
          <a:p>
            <a:r>
              <a:t>Two — we tested one specific version of udp2raw, the February 2023</a:t>
            </a:r>
          </a:p>
          <a:p>
            <a:r>
              <a:t>release. There are forks of udp2raw with slightly different behavior</a:t>
            </a:r>
          </a:p>
          <a:p>
            <a:r>
              <a:t>that we didn't test.</a:t>
            </a:r>
          </a:p>
          <a:p/>
          <a:p>
            <a:r>
              <a:t>Three — both of our attacks could be defeated by patching udp2raw. If</a:t>
            </a:r>
          </a:p>
          <a:p>
            <a:r>
              <a:t>the maintainer added delayed-ACK behavior and recommended a smaller</a:t>
            </a:r>
          </a:p>
          <a:p>
            <a:r>
              <a:t>WireGuard packet size, our passive classifier would lose most of its</a:t>
            </a:r>
          </a:p>
          <a:p>
            <a:r>
              <a:t>edge. If they made the TCP emulation more thorough, our active prober</a:t>
            </a:r>
          </a:p>
          <a:p>
            <a:r>
              <a:t>would lose its edge too. We're describing the current state of the</a:t>
            </a:r>
          </a:p>
          <a:p>
            <a:r>
              <a:t>tool, not making a permanent claim.</a:t>
            </a:r>
          </a:p>
          <a:p/>
          <a:p>
            <a:r>
              <a:t>Four — the active prober's third probe, the bogus ACK, is mildly</a:t>
            </a:r>
          </a:p>
          <a:p>
            <a:r>
              <a:t>hostile. In a real deployment you'd only fire that one at hosts you</a:t>
            </a:r>
          </a:p>
          <a:p>
            <a:r>
              <a:t>already suspect.</a:t>
            </a:r>
          </a:p>
          <a:p/>
          <a:p>
            <a:r>
              <a:t>Five — we didn't compare against the other obfuscation tools like</a:t>
            </a:r>
          </a:p>
          <a:p>
            <a:r>
              <a:t>AmneziaWG, swgp-go, or wstunnel. That's left for future work.</a:t>
            </a:r>
          </a:p>
          <a:p/>
          <a:p>
            <a:r>
              <a:t>The point of this slide is to be honest about scope so people can trust</a:t>
            </a:r>
          </a:p>
          <a:p>
            <a:r>
              <a:t>the parts we DID prove.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takeaways. If you remember nothing else from this talk, remember</a:t>
            </a:r>
          </a:p>
          <a:p>
            <a:r>
              <a:t>these.</a:t>
            </a:r>
          </a:p>
          <a:p/>
          <a:p>
            <a:r>
              <a:t>Number one. WireGuard's packets are easy to recognize on the network.</a:t>
            </a:r>
          </a:p>
          <a:p>
            <a:r>
              <a:t>That's not news — researchers and the Great Firewall have known this</a:t>
            </a:r>
          </a:p>
          <a:p>
            <a:r>
              <a:t>for years. We re-built the detector ourselves, in twenty-five lines of</a:t>
            </a:r>
          </a:p>
          <a:p>
            <a:r>
              <a:t>Python, just so we have a fair baseline to compare against.</a:t>
            </a:r>
          </a:p>
          <a:p/>
          <a:p>
            <a:r>
              <a:t>Number two. The most popular tool people use to hide WireGuard — udp2raw,</a:t>
            </a:r>
          </a:p>
          <a:p>
            <a:r>
              <a:t>which has been downloaded a quarter million times — doesn't actually</a:t>
            </a:r>
          </a:p>
          <a:p>
            <a:r>
              <a:t>hide it well. You can spot it actively in eight and a half seconds by</a:t>
            </a:r>
          </a:p>
          <a:p>
            <a:r>
              <a:t>sending five test packets. Or you can spot it passively, just watching</a:t>
            </a:r>
          </a:p>
          <a:p>
            <a:r>
              <a:t>traffic, with a tiny machine-learning model that's right essentially a</a:t>
            </a:r>
          </a:p>
          <a:p>
            <a:r>
              <a:t>hundred percent of the time. Take your pick.</a:t>
            </a:r>
          </a:p>
          <a:p/>
          <a:p>
            <a:r>
              <a:t>Number three. These results are not statistical flukes or lucky</a:t>
            </a:r>
          </a:p>
          <a:p>
            <a:r>
              <a:t>patterns we found in one dataset. Both detectors come from how the</a:t>
            </a:r>
          </a:p>
          <a:p>
            <a:r>
              <a:t>software is fundamentally written. WireGuard always pads its packets to</a:t>
            </a:r>
          </a:p>
          <a:p>
            <a:r>
              <a:t>the maximum size — that's a deliberate design choice in the protocol.</a:t>
            </a:r>
          </a:p>
          <a:p>
            <a:r>
              <a:t>udp2raw always acknowledges every wrapped packet one-for-one, because</a:t>
            </a:r>
          </a:p>
          <a:p>
            <a:r>
              <a:t>that's how its wrapping mechanism works. And udp2raw silently drops</a:t>
            </a:r>
          </a:p>
          <a:p>
            <a:r>
              <a:t>weird TCP packets because the person who wrote it only thought about</a:t>
            </a:r>
          </a:p>
          <a:p>
            <a:r>
              <a:t>the one specific TCP pattern. These are mechanical consequences of the</a:t>
            </a:r>
          </a:p>
          <a:p>
            <a:r>
              <a:t>code, not statistical accidents — so they should transfer to other</a:t>
            </a:r>
          </a:p>
          <a:p>
            <a:r>
              <a:t>networks and other situations.</a:t>
            </a:r>
          </a:p>
          <a:p/>
          <a:p>
            <a:r>
              <a:t>Number four. The defenses are not hard. If the udp2raw author added</a:t>
            </a:r>
          </a:p>
          <a:p>
            <a:r>
              <a:t>delayed acknowledgments, and recommended users set a smaller WireGuard</a:t>
            </a:r>
          </a:p>
          <a:p>
            <a:r>
              <a:t>packet size, the passive classifier mostly stops working. If they made</a:t>
            </a:r>
          </a:p>
          <a:p>
            <a:r>
              <a:t>the TCP emulation more thorough — actually responding to weird probes</a:t>
            </a:r>
          </a:p>
          <a:p>
            <a:r>
              <a:t>the way a real Linux kernel does — the active prober stops working.</a:t>
            </a:r>
          </a:p>
          <a:p>
            <a:r>
              <a:t>We describe both fixes in the paper. We didn't actually write the patch</a:t>
            </a:r>
          </a:p>
          <a:p>
            <a:r>
              <a:t>ourselves and submit it upstream. That's a pull request someone else</a:t>
            </a:r>
          </a:p>
          <a:p>
            <a:r>
              <a:t>can write.</a:t>
            </a:r>
          </a:p>
          <a:p/>
          <a:p>
            <a:r>
              <a:t>That's the talk. Happy to take questions, and we have a live demo</a:t>
            </a:r>
          </a:p>
          <a:p>
            <a:r>
              <a:t>ready if there's interest.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>
                <a:solidFill>
                  <a:srgbClr val="102A43"/>
                </a:solidFill>
                <a:latin typeface="Calibri"/>
              </a:rPr>
              <a:t>Two-Feature Detection 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743200"/>
            <a:ext cx="1118585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>
                <a:solidFill>
                  <a:srgbClr val="102A43"/>
                </a:solidFill>
                <a:latin typeface="Calibri"/>
              </a:rPr>
              <a:t>WireGuard-in-udp2raw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3703320"/>
            <a:ext cx="22860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84048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55555"/>
                </a:solidFill>
                <a:latin typeface="Calibri"/>
              </a:rPr>
              <a:t>A Probe-and-Classify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2120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01010"/>
                </a:solidFill>
                <a:latin typeface="Calibri"/>
              </a:rPr>
              <a:t>Steven Schiavone   ·   Nicholas Johannsen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577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Seidenberg School of CSIS · Pace University · CYB623,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WireGuard is encrypted, but not unobservable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Strong cryptography is not the same as traffic that hides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01010"/>
                </a:solidFill>
                <a:latin typeface="Calibri"/>
              </a:rPr>
              <a:t>Every WireGuard message starts with this 4-byte header: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7772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102A43"/>
                </a:solidFill>
                <a:latin typeface="Consolas"/>
              </a:rPr>
              <a:t>+---------+-------------------+
| type(1) | reserved zero (3) | …rest of message
+---------+-------------------+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337560"/>
            <a:ext cx="1118585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type byte ∈ {0x01, 0x02, 0x03, 0x04}; the next three bytes are zero.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Handshake messages are exactly 148 / 92 / 64 bytes.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Three concatenated checks identify a WireGuard handshake with negligible false-positive risk.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A 25-line Python predicate is the full detector. We re-implement it as our baseline.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700" b="0">
                <a:solidFill>
                  <a:srgbClr val="101010"/>
                </a:solidFill>
                <a:latin typeface="Calibri"/>
              </a:rPr>
              <a:t>•   Reported in production by the Great Firewall (Wu et al., USENIX Security ’23).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44068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C9462C"/>
                </a:solidFill>
                <a:latin typeface="Calibri"/>
              </a:rPr>
              <a:t>Donenfeld’s WireGuard whitepaper (NDSS ’17) explicitly leaves obfuscation out of scope.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udp2raw: the obfuscation shim, and the literature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Wraps WireGuard's UDP datagrams as TCP-shaped packets in userspace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End-to-end paths under test (same WG keys, same inner IPs; only the transport differs):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11680"/>
            <a:ext cx="5410047" cy="1280160"/>
          </a:xfrm>
          <a:prstGeom prst="roundRect">
            <a:avLst/>
          </a:prstGeom>
          <a:solidFill>
            <a:srgbClr val="F2F2F2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01600" rIns="127000" wrap="square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102A43"/>
                </a:solidFill>
                <a:latin typeface="Calibri"/>
              </a:rPr>
              <a:t>Direct (passive-detectable)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Kali wg client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C9462C"/>
                </a:solidFill>
                <a:latin typeface="Consolas"/>
              </a:rPr>
              <a:t>↓  UDP / 51820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01010"/>
                </a:solidFill>
                <a:latin typeface="Consolas"/>
              </a:rPr>
              <a:t>OCI wg server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2011680"/>
            <a:ext cx="5410047" cy="1280160"/>
          </a:xfrm>
          <a:prstGeom prst="roundRect">
            <a:avLst/>
          </a:prstGeom>
          <a:solidFill>
            <a:srgbClr val="F2F2F2"/>
          </a:solidFill>
          <a:ln>
            <a:solidFill>
              <a:srgbClr val="C9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101600" rIns="127000" wrap="square"/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C9462C"/>
                </a:solidFill>
                <a:latin typeface="Calibri"/>
              </a:rPr>
              <a:t>Obfuscated (this paper's target)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wg client  →  udp2raw client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C9462C"/>
                </a:solidFill>
                <a:latin typeface="Consolas"/>
              </a:rPr>
              <a:t>↓  TCP / 4096  (faketcp)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udp2raw server  →  wg server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2044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02A43"/>
                </a:solidFill>
                <a:latin typeface="Calibri"/>
              </a:rPr>
              <a:t>Why udp2raw, specifically: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8585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  ≈259,000 release-binary downloads on the primary repo, +41,000 on the multiplatform fork (GitHub API, May 2026).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  Reported blocked by state-level DPI in Iran and elsewhere (udp2raw issue #505, net4people thread #253).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  Cited in the WireGuard project's own “Known Limitations” page.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01010"/>
                </a:solidFill>
                <a:latin typeface="Calibri"/>
              </a:rPr>
              <a:t>•   No peer-reviewed analysis. Searched USENIX, NDSS, IMC, FOCI, PETS, CCS.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Two attacks, one lab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Following Xue et al.'s active-then-passive pattern (USENIX Security ’22) for OpenVPN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364327" cy="4114800"/>
          </a:xfrm>
          <a:prstGeom prst="roundRect">
            <a:avLst/>
          </a:prstGeom>
          <a:solidFill>
            <a:srgbClr val="F2F2F2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tIns="177800" rIns="203200" wrap="square"/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102A43"/>
                </a:solidFill>
                <a:latin typeface="Calibri"/>
              </a:rPr>
              <a:t>C1 · Active prober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Send 5 stateless TCP probes to (IP, port).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Real Linux TCP answers all 5.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udp2raw answers SYN, drops 3 of 4 follow-ups.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Verdict in ≤ 9 seconds. Same verdict 5/5 trials.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Adversary cost:  ≈ 1.7 KB and ≈ 9 s per host.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554480"/>
            <a:ext cx="5364327" cy="4114800"/>
          </a:xfrm>
          <a:prstGeom prst="roundRect">
            <a:avLst/>
          </a:prstGeom>
          <a:solidFill>
            <a:srgbClr val="F2F2F2"/>
          </a:solidFill>
          <a:ln>
            <a:solidFill>
              <a:srgbClr val="C94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tIns="177800" rIns="203200" wrap="square"/>
          <a:lstStyle/>
          <a:p>
            <a:pPr algn="l">
              <a:spcAft>
                <a:spcPts val="1000"/>
              </a:spcAft>
            </a:pPr>
            <a:r>
              <a:rPr sz="2200" b="1">
                <a:solidFill>
                  <a:srgbClr val="C9462C"/>
                </a:solidFill>
                <a:latin typeface="Calibri"/>
              </a:rPr>
              <a:t>C2 · Two-feature classifier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bulk_fraction:  share of MTU-class packets.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ack60_fraction:  share of 60-byte TCP ACKs.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Both fall out of how the protocols are written, not statistical luck.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400" b="0">
                <a:solidFill>
                  <a:srgbClr val="101010"/>
                </a:solidFill>
                <a:latin typeface="Calibri"/>
              </a:rPr>
              <a:t>•   Random Forest:  99.9 % accuracy, AUC = 1.000.</a:t>
            </a:r>
          </a:p>
          <a:p>
            <a:pPr algn="l">
              <a:spcBef>
                <a:spcPts val="1200"/>
              </a:spcBef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Trained on 24 WG flows + 1058 ISCXVPN2016 non-VPN flows.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C1: one set of probes distinguishes udp2raw from real TCP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Three targets on the same OCI host. Same verdict in 5/5 repeated trials.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Probe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554480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TCP/22  (real SSH)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554480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TCP/4096  (udp2raw)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55448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TCP/9999  (closed)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38528"/>
            <a:ext cx="11185855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P1   SYN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02996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SYN-ACK in 181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2996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SYN-ACK in 163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02996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9572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P2   SYN + 32 B payload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39572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SYN-ACK + 2 B echo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39572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9462C"/>
                </a:solidFill>
                <a:latin typeface="Consolas"/>
              </a:rPr>
              <a:t>silent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39572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76148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P3   bogus-seq 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76148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RST in 81 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76148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RST in 91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76148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12724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P4   SYN, WS = 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2724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SYN-ACK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12724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9462C"/>
                </a:solidFill>
                <a:latin typeface="Consolas"/>
              </a:rPr>
              <a:t>silent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312724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9300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P5   FIN to unopened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3493008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RST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493008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C9462C"/>
                </a:solidFill>
                <a:latin typeface="Consolas"/>
              </a:rPr>
              <a:t>silent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493008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onsolas"/>
              </a:rPr>
              <a:t>no response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995928"/>
            <a:ext cx="11185855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16052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Total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160520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0.5 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4160520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8.5 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416052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15.5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52628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Verdict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4526280"/>
            <a:ext cx="2834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REAL_TCP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0" y="4526280"/>
            <a:ext cx="3017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C9462C"/>
                </a:solidFill>
                <a:latin typeface="Consolas"/>
              </a:rPr>
              <a:t>UDP2RAW_FAKETCP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4526280"/>
            <a:ext cx="2606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1010"/>
                </a:solidFill>
                <a:latin typeface="Consolas"/>
              </a:rPr>
              <a:t>UNREACHABLE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6692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Discriminator: count silent responses among {P2, P4, P5}.  Real TCP answers all three.  udp2raw answers none.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C2: two features carry the entire signal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Class means across 24 WireGuard flows and 1058 ISCXVPN2016 non-VPN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920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Calibri"/>
              </a:rP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0" y="1554480"/>
            <a:ext cx="1783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Calibri"/>
              </a:rPr>
              <a:t>WireGuard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554480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Calibri"/>
              </a:rPr>
              <a:t>Non-VPN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55448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Calibri"/>
              </a:rPr>
              <a:t>Cohen's d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47088"/>
            <a:ext cx="6263640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3852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alibri"/>
              </a:rPr>
              <a:t>bulk_fraction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193852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0.553 ± 0.186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938528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0.019 ± 0.066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193852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462C"/>
                </a:solidFill>
                <a:latin typeface="Consolas"/>
              </a:rPr>
              <a:t>3.83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26771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alibri"/>
              </a:rPr>
              <a:t>ack60_fraction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267712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0.295 ± 0.187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67712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01010"/>
                </a:solidFill>
                <a:latin typeface="Consolas"/>
              </a:rPr>
              <a:t>0.069 ± 0.169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267712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462C"/>
                </a:solidFill>
                <a:latin typeface="Consolas"/>
              </a:rPr>
              <a:t>1.27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33472"/>
            <a:ext cx="6263640" cy="127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7432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len_entropy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7432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1.94 ± 0.82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743200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1.23 ± 1.42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743200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03580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dominant_size_frac.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3035808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0.50 ± 0.19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035808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0.71 ± 0.30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3035808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(inv.)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328415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top3_size_fraction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3328415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0.88 ± 0.15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328415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0.87 ± 0.19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3328415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621023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rate_pps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3621023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3.23 ± 0.90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621023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3.37 ± 30.27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3621023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55555"/>
                </a:solidFill>
                <a:latin typeface="Consolas"/>
              </a:rPr>
              <a:t>—</a:t>
            </a:r>
          </a:p>
        </p:txBody>
      </p:sp>
      <p:pic>
        <p:nvPicPr>
          <p:cNvPr id="35" name="Picture 34" descr="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629" y="1508760"/>
            <a:ext cx="4449236" cy="38404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903720" y="5394959"/>
            <a:ext cx="47850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All 1082 flows in the two-feature space. 24/24 WG flows have bulk_fraction ≥ 0.32; only 4/1058 non-VPN flows fall in the (≥0.2, ≥0.15) corner.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532120"/>
            <a:ext cx="6263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C9462C"/>
                </a:solidFill>
                <a:latin typeface="Calibri"/>
              </a:rPr>
              <a:t>Naive intuition picked dominant_size_fraction. Real-world background INVERTS that signal (many idle flows are degenerately concentrated).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C2: two-feature Random Forest hits 99.9 %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5-fold stratified cross-validation; class-balanced; n = 1082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45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2A43"/>
                </a:solidFill>
                <a:latin typeface="Calibri"/>
              </a:rPr>
              <a:t>Two-feature Random Forest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48840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C9462C"/>
                </a:solidFill>
                <a:latin typeface="Consolas"/>
              </a:rPr>
              <a:t>99.91 %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258568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15768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C9462C"/>
                </a:solidFill>
                <a:latin typeface="Consolas"/>
              </a:rPr>
              <a:t>1.000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825496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Precision  (zero false positives in 1058)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82696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C9462C"/>
                </a:solidFill>
                <a:latin typeface="Consolas"/>
              </a:rPr>
              <a:t>0.958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392424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Recall  (23 of 24 WG flows caught)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49624"/>
            <a:ext cx="2103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C9462C"/>
                </a:solidFill>
                <a:latin typeface="Consolas"/>
              </a:rPr>
              <a:t>1.000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959352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ROC AUC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99432"/>
            <a:ext cx="5486400" cy="3175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690872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Adding more features does not help.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05663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55555"/>
                </a:solidFill>
                <a:latin typeface="Calibri"/>
              </a:rP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5056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55555"/>
                </a:solidFill>
                <a:latin typeface="Calibri"/>
              </a:rPr>
              <a:t>acc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5056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55555"/>
                </a:solidFill>
                <a:latin typeface="Calibri"/>
              </a:rPr>
              <a:t>prec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5056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555555"/>
                </a:solidFill>
                <a:latin typeface="Calibri"/>
              </a:rPr>
              <a:t>rec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309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RF, 2 features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330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5330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1.000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5330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0527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RF, 8 features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6052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0.998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56052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1.000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6052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7959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alibri"/>
              </a:rPr>
              <a:t>LR, 2 features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5879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0.969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5879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0.414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5879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01010"/>
                </a:solidFill>
                <a:latin typeface="Consolas"/>
              </a:rPr>
              <a:t>1.000</a:t>
            </a:r>
          </a:p>
        </p:txBody>
      </p:sp>
      <p:pic>
        <p:nvPicPr>
          <p:cNvPr id="32" name="Picture 31" descr="20260509-132138_classifier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401" y="1554480"/>
            <a:ext cx="2429691" cy="2125979"/>
          </a:xfrm>
          <a:prstGeom prst="rect">
            <a:avLst/>
          </a:prstGeom>
        </p:spPr>
      </p:pic>
      <p:pic>
        <p:nvPicPr>
          <p:cNvPr id="33" name="Picture 32" descr="20260509-132138_classifier_r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546" y="3863339"/>
            <a:ext cx="2733402" cy="212597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Where this sits in the literature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78992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Narrow contribution alongside the recent Xue et al. line of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536432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02A43"/>
                </a:solidFill>
                <a:latin typeface="Calibri"/>
              </a:rPr>
              <a:t>Closely related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5364327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Xue et al., USENIX Sec ’22.  Passive + active for OpenVPN. Methodological template.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Xue et al., USENIX Sec ’24.  Encapsulated TLS handshakes. Doesn’t fire on WireGuard (no nested TLS).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Xue et al., NDSS ’25.  Cross-layer RTT. Attenuated on UDP-only short flows.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Wu et al., USENIX Sec ’23.  GFW entropy detector for fully-encrypted protocols.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Alice et al., IMC ’20.  Shadowsocks active probes. Probe taxonomy.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Frolov &amp; Wustrow, NDSS ’20.  Probe-resistant proxy detection.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554480"/>
            <a:ext cx="536432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9462C"/>
                </a:solidFill>
                <a:latin typeface="Calibri"/>
              </a:rPr>
              <a:t>What this paper does NOT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965960"/>
            <a:ext cx="5364327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Single client/server pair. No ISP-scale deployment trace.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udp2raw v20230206.0 only. Later forks may behave differently.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Static defenses: a delayed-ACK patch + WG MTU below the bulk threshold weakens C2.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C1’s P3 (bogus ACK) is mildly hostile. Adversary should fire only at already-suspected hosts.</a:t>
            </a:r>
          </a:p>
          <a:p>
            <a:pPr algn="l">
              <a:lnSpc>
                <a:spcPct val="116000"/>
              </a:lnSpc>
              <a:spcAft>
                <a:spcPts val="6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•   Not benchmarked against AmneziaWG, swgp-go, wstunnel. Future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02A43"/>
                </a:solidFill>
                <a:latin typeface="Calibri"/>
              </a:rPr>
              <a:t>Takeaway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05840"/>
            <a:ext cx="914400" cy="31750"/>
          </a:xfrm>
          <a:prstGeom prst="rect">
            <a:avLst/>
          </a:prstGeom>
          <a:solidFill>
            <a:srgbClr val="C94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02A43"/>
                </a:solidFill>
                <a:latin typeface="Calibri"/>
              </a:rPr>
              <a:t>WireGuard's wire format leaks.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A 25-line classifier handles bare WG. udp2raw is the deployed 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6032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C9462C"/>
                </a:solidFill>
                <a:latin typeface="Calibri"/>
              </a:rPr>
              <a:t>udp2raw doesn't actually fix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7180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Five TCP probes in 8.5 seconds (C1).  Two flow features, RF, AUC = 1.0 (C2).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56616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02A43"/>
                </a:solidFill>
                <a:latin typeface="Calibri"/>
              </a:rPr>
              <a:t>Both signals are structural.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77639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udp2raw drops unfamiliar TCP shapes; WG pads to MTU; udp2raw acks 1:1. None are statistical luck.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1858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C9462C"/>
                </a:solidFill>
                <a:latin typeface="Calibri"/>
              </a:rPr>
              <a:t>Defenses are obvious; the upstream tool does not implement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8348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01010"/>
                </a:solidFill>
                <a:latin typeface="Calibri"/>
              </a:rPr>
              <a:t>Delayed-ACK plus a sub-bulk WG MTU closes C2. More-conformant TCP emulation closes C1.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85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Code, configs, evidence, paper, and slides are in the project repository.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Schiavone &amp; Johannsen   ·   CYB623   ·   Pace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2895" y="62636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555555"/>
                </a:solidFill>
                <a:latin typeface="Calibr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