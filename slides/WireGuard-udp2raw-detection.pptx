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Hello. I'm Steven, this is Nicholas. We spent the semester building</a:t>
            </a:r>
          </a:p>
          <a:p>
            <a:r>
              <a:t>and breaking a small WireGuard deployment.</a:t>
            </a:r>
          </a:p>
          <a:p/>
          <a:p>
            <a:r>
              <a:t>The headline is in two parts. WireGuard's wire format is regular enough</a:t>
            </a:r>
          </a:p>
          <a:p>
            <a:r>
              <a:t>to fingerprint with a 25-line script. The community fix for that is a</a:t>
            </a:r>
          </a:p>
          <a:p>
            <a:r>
              <a:t>tool called udp2raw, which has roughly two hundred and sixty thousand</a:t>
            </a:r>
          </a:p>
          <a:p>
            <a:r>
              <a:t>binary downloads, is reportedly blocked by state-level DPI in multiple</a:t>
            </a:r>
          </a:p>
          <a:p>
            <a:r>
              <a:t>regions, and has zero peer-reviewed analysis.</a:t>
            </a:r>
          </a:p>
          <a:p/>
          <a:p>
            <a:r>
              <a:t>We did the analysis. The result is two attacks: an active prober that</a:t>
            </a:r>
          </a:p>
          <a:p>
            <a:r>
              <a:t>identifies a udp2raw listener in eight and a half seconds, and a passive</a:t>
            </a:r>
          </a:p>
          <a:p>
            <a:r>
              <a:t>two-feature classifier that hits ninety-nine point nine percent accuracy</a:t>
            </a:r>
          </a:p>
          <a:p>
            <a:r>
              <a:t>on real-world background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on this slide.</a:t>
            </a:r>
          </a:p>
          <a:p/>
          <a:p>
            <a:r>
              <a:t>First, the wire format is genuinely trivial. One type byte, three zero</a:t>
            </a:r>
          </a:p>
          <a:p>
            <a:r>
              <a:t>bytes, fixed lengths for the handshake. Anyone watching UDP can fingerprint</a:t>
            </a:r>
          </a:p>
          <a:p>
            <a:r>
              <a:t>it without decrypting anything. The Wu et al. paper from USENIX Security</a:t>
            </a:r>
          </a:p>
          <a:p>
            <a:r>
              <a:t>2023 confirms this is exactly what the Great Firewall does in production.</a:t>
            </a:r>
          </a:p>
          <a:p/>
          <a:p>
            <a:r>
              <a:t>Second, and importantly, this is not a vulnerability. The WireGuard</a:t>
            </a:r>
          </a:p>
          <a:p>
            <a:r>
              <a:t>whitepaper by Jason Donenfeld at NDSS 2017 explicitly says obfuscation</a:t>
            </a:r>
          </a:p>
          <a:p>
            <a:r>
              <a:t>is out of scope. Donenfeld's position is that hiding a VPN's existence</a:t>
            </a:r>
          </a:p>
          <a:p>
            <a:r>
              <a:t>should be handled by a layer above WireGuard, not by WireGuard itself.</a:t>
            </a:r>
          </a:p>
          <a:p/>
          <a:p>
            <a:r>
              <a:t>So the question this paper asks isn't 'can you detect WireGuard?' That's</a:t>
            </a:r>
          </a:p>
          <a:p>
            <a:r>
              <a:t>been answered. It's 'can you detect WireGuard once it's hidden inside</a:t>
            </a:r>
          </a:p>
          <a:p>
            <a:r>
              <a:t>udp2raw?' Two slides from now we get to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of the slide: two paths through our lab. Same WireGuard keys, same</a:t>
            </a:r>
          </a:p>
          <a:p>
            <a:r>
              <a:t>inner addressing both ways; only the transport between client and server</a:t>
            </a:r>
          </a:p>
          <a:p>
            <a:r>
              <a:t>changes. The direct path is what the GFW already blocks. The obfuscated</a:t>
            </a:r>
          </a:p>
          <a:p>
            <a:r>
              <a:t>path wraps each WireGuard packet inside what looks like a long-running</a:t>
            </a:r>
          </a:p>
          <a:p>
            <a:r>
              <a:t>TCP connection on port four thousand ninety-six.</a:t>
            </a:r>
          </a:p>
          <a:p/>
          <a:p>
            <a:r>
              <a:t>The bullets at the bottom: udp2raw matters because it's the dominant</a:t>
            </a:r>
          </a:p>
          <a:p>
            <a:r>
              <a:t>generic UDP-to-faketcp shim. Two hundred and fifty-nine thousand binary</a:t>
            </a:r>
          </a:p>
          <a:p>
            <a:r>
              <a:t>downloads is a real deployment number, not a star count. It's reportedly</a:t>
            </a:r>
          </a:p>
          <a:p>
            <a:r>
              <a:t>blocked by state-level DPI. And no academic paper has analyzed it.</a:t>
            </a:r>
          </a:p>
          <a:p/>
          <a:p>
            <a:r>
              <a:t>Other tools, AmneziaWG and swgp-go, modify WireGuard itself rather than</a:t>
            </a:r>
          </a:p>
          <a:p>
            <a:r>
              <a:t>wrap it generically; they're not the same comparison set. We focus on</a:t>
            </a:r>
          </a:p>
          <a:p>
            <a:r>
              <a:t>udp2raw because it's the only fully unstudied tool in the generic-shim</a:t>
            </a:r>
          </a:p>
          <a:p>
            <a:r>
              <a:t>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methodology is borrowed from the Xue et al. paper that won</a:t>
            </a:r>
          </a:p>
          <a:p>
            <a:r>
              <a:t>distinguished paper at USENIX Security 2022. They built passive-then-active</a:t>
            </a:r>
          </a:p>
          <a:p>
            <a:r>
              <a:t>detectors for OpenVPN. We do the same pattern for WireGuard-in-udp2raw,</a:t>
            </a:r>
          </a:p>
          <a:p>
            <a:r>
              <a:t>which they didn't cover.</a:t>
            </a:r>
          </a:p>
          <a:p/>
          <a:p>
            <a:r>
              <a:t>Left: contribution one is an active prober. Five stateless TCP packets,</a:t>
            </a:r>
          </a:p>
          <a:p>
            <a:r>
              <a:t>nine seconds, deterministic. I'll show the actual probe outputs on the</a:t>
            </a:r>
          </a:p>
          <a:p>
            <a:r>
              <a:t>next slide.</a:t>
            </a:r>
          </a:p>
          <a:p/>
          <a:p>
            <a:r>
              <a:t>Right: contribution two is a passive flow classifier. Two features, both</a:t>
            </a:r>
          </a:p>
          <a:p>
            <a:r>
              <a:t>grounded in how WireGuard and udp2raw work. WireGuard pads every packet</a:t>
            </a:r>
          </a:p>
          <a:p>
            <a:r>
              <a:t>to MTU; udp2raw acks every datagram one-to-one. Those two facts give us</a:t>
            </a:r>
          </a:p>
          <a:p>
            <a:r>
              <a:t>99.9 percent accuracy on real-world traffic.</a:t>
            </a:r>
          </a:p>
          <a:p/>
          <a:p>
            <a:r>
              <a:t>Trained on 24 WireGuard flows we captured ourselves, against 1058 non-VPN</a:t>
            </a:r>
          </a:p>
          <a:p>
            <a:r>
              <a:t>flows from ISCXVPN2016, the canonical dataset for this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columns: real SSH on port 22, udp2raw on port 4096, and a closed</a:t>
            </a:r>
          </a:p>
          <a:p>
            <a:r>
              <a:t>port 9999.</a:t>
            </a:r>
          </a:p>
          <a:p/>
          <a:p>
            <a:r>
              <a:t>Look at the orange entries. udp2raw answers the SYN because it has to</a:t>
            </a:r>
          </a:p>
          <a:p>
            <a:r>
              <a:t>that's the disguise. It also answers the bogus ACK because the host</a:t>
            </a:r>
          </a:p>
          <a:p>
            <a:r>
              <a:t>kernel generates the RST when udp2raw doesn't claim the packet. Those</a:t>
            </a:r>
          </a:p>
          <a:p>
            <a:r>
              <a:t>two probes don't discriminate.</a:t>
            </a:r>
          </a:p>
          <a:p/>
          <a:p>
            <a:r>
              <a:t>The other three, SYN with payload, an unusual window-scale option, FIN</a:t>
            </a:r>
          </a:p>
          <a:p>
            <a:r>
              <a:t>to a port with no connection, udp2raw drops every one. A real Linux</a:t>
            </a:r>
          </a:p>
          <a:p>
            <a:r>
              <a:t>kernel always answers them. That is the signal.</a:t>
            </a:r>
          </a:p>
          <a:p/>
          <a:p>
            <a:r>
              <a:t>Total wall-clock times: real TCP, half a second. udp2raw, eight and a</a:t>
            </a:r>
          </a:p>
          <a:p>
            <a:r>
              <a:t>half seconds. Closed port, fifteen and a half. Five trials against</a:t>
            </a:r>
          </a:p>
          <a:p>
            <a:r>
              <a:t>udp2raw produced the same verdict five out of five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features carry the whole story.</a:t>
            </a:r>
          </a:p>
          <a:p/>
          <a:p>
            <a:r>
              <a:t>bulk_fraction is the share of packets at MTU. WireGuard 55 percent.</a:t>
            </a:r>
          </a:p>
          <a:p>
            <a:r>
              <a:t>Non-VPN background, 2 percent. Cohen's d of 3.8, which is an enormous</a:t>
            </a:r>
          </a:p>
          <a:p>
            <a:r>
              <a:t>effect size. WireGuard pads every packet to MTU. Web browsers don't.</a:t>
            </a:r>
          </a:p>
          <a:p/>
          <a:p>
            <a:r>
              <a:t>ack60_fraction is the share of sixty-byte TCP ACK packets. For</a:t>
            </a:r>
          </a:p>
          <a:p>
            <a:r>
              <a:t>WireGuard-in-udp2raw it's 30 percent. Why? udp2raw frames every WireGuard</a:t>
            </a:r>
          </a:p>
          <a:p>
            <a:r>
              <a:t>datagram as one TCP segment, and the receiver's kernel acknowledges each</a:t>
            </a:r>
          </a:p>
          <a:p>
            <a:r>
              <a:t>one with a sixty-byte ACK. Real bulk TCP uses delayed ACK and runs</a:t>
            </a:r>
          </a:p>
          <a:p>
            <a:r>
              <a:t>closer to one-to-two. Cohen's d of 1.27, a large effect.</a:t>
            </a:r>
          </a:p>
          <a:p/>
          <a:p>
            <a:r>
              <a:t>The scatter on the right shows all 1082 flows. Orange dots are WireGuard.</a:t>
            </a:r>
          </a:p>
          <a:p>
            <a:r>
              <a:t>Grey dots are non-VPN. They essentially do not overlap. Twenty-four out</a:t>
            </a:r>
          </a:p>
          <a:p>
            <a:r>
              <a:t>of twenty-four WG flows have bulk fraction at least 0.32. Only four out</a:t>
            </a:r>
          </a:p>
          <a:p>
            <a:r>
              <a:t>of 1058 non-VPN flows fall anywhere near the WG cluster.</a:t>
            </a:r>
          </a:p>
          <a:p/>
          <a:p>
            <a:r>
              <a:t>Bottom-left orange note: I expected dominant_size_fraction to be the</a:t>
            </a:r>
          </a:p>
          <a:p>
            <a:r>
              <a:t>killer feature. The data actually inverted that, because ISCXVPN2016</a:t>
            </a:r>
          </a:p>
          <a:p>
            <a:r>
              <a:t>contains many idle TCP keepalives where every packet is exactly the</a:t>
            </a:r>
          </a:p>
          <a:p>
            <a:r>
              <a:t>same size. Real data corrected my intuition. We dropped that feature</a:t>
            </a:r>
          </a:p>
          <a:p>
            <a:r>
              <a:t>and three others from the headline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 numbers on the left are the headline. 99.91 percent accuracy.</a:t>
            </a:r>
          </a:p>
          <a:p>
            <a:r>
              <a:t>Precision of one. Zero false positives across 1058 background flows.</a:t>
            </a:r>
          </a:p>
          <a:p>
            <a:r>
              <a:t>Recall of 0.958, twenty-three of twenty-four WG flows correctly classified.</a:t>
            </a:r>
          </a:p>
          <a:p>
            <a:r>
              <a:t>AUC is 1.0.</a:t>
            </a:r>
          </a:p>
          <a:p/>
          <a:p>
            <a:r>
              <a:t>The little table below those: the two-feature Random Forest is the</a:t>
            </a:r>
          </a:p>
          <a:p>
            <a:r>
              <a:t>headline. The eight-feature Random Forest, adding entropy, mode</a:t>
            </a:r>
          </a:p>
          <a:p>
            <a:r>
              <a:t>concentration, packet rate, and so on, actually does WORSE. Recall drops</a:t>
            </a:r>
          </a:p>
          <a:p>
            <a:r>
              <a:t>from 0.958 to 0.917. The extra features add variance without adding</a:t>
            </a:r>
          </a:p>
          <a:p>
            <a:r>
              <a:t>signal. Logistic regression catches everything but pays for it with</a:t>
            </a:r>
          </a:p>
          <a:p>
            <a:r>
              <a:t>about 3 percent false positives.</a:t>
            </a:r>
          </a:p>
          <a:p/>
          <a:p>
            <a:r>
              <a:t>On the right: confusion matrix on top, ROC on the bottom. The ROC hugs</a:t>
            </a:r>
          </a:p>
          <a:p>
            <a:r>
              <a:t>the top-left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lit positioning so the audience knows we read.</a:t>
            </a:r>
          </a:p>
          <a:p/>
          <a:p>
            <a:r>
              <a:t>The Xue group at Michigan has the dominant line of work. Their 2022 paper</a:t>
            </a:r>
          </a:p>
          <a:p>
            <a:r>
              <a:t>on OpenVPN gave us our methodology template. Their 2024 paper does</a:t>
            </a:r>
          </a:p>
          <a:p>
            <a:r>
              <a:t>encapsulated-TLS-handshake fingerprinting, which doesn't fire on WireGuard</a:t>
            </a:r>
          </a:p>
          <a:p>
            <a:r>
              <a:t>because there's no nested TLS. Their 2025 NDSS paper does cross-layer</a:t>
            </a:r>
          </a:p>
          <a:p>
            <a:r>
              <a:t>RTT, which attenuates on the short, UDP-only flows we have. So those</a:t>
            </a:r>
          </a:p>
          <a:p>
            <a:r>
              <a:t>protocol-agnostic methods don't already solve the WireGuard-specific case.</a:t>
            </a:r>
          </a:p>
          <a:p>
            <a:r>
              <a:t>Protocol-specific structural features remain the available approach.</a:t>
            </a:r>
          </a:p>
          <a:p/>
          <a:p>
            <a:r>
              <a:t>On the right, what we are NOT claiming. We don't have ISP-scale</a:t>
            </a:r>
          </a:p>
          <a:p>
            <a:r>
              <a:t>deployment data. We tested one version of udp2raw. A motivated maintainer</a:t>
            </a:r>
          </a:p>
          <a:p>
            <a:r>
              <a:t>could patch it to defeat both attacks. We didn't extend to the other</a:t>
            </a:r>
          </a:p>
          <a:p>
            <a:r>
              <a:t>shims. All of that is honest scope-limiting, not handwaving.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takeaways.</a:t>
            </a:r>
          </a:p>
          <a:p/>
          <a:p>
            <a:r>
              <a:t>One. WireGuard's format leaks. Known result. We re-implement it as our</a:t>
            </a:r>
          </a:p>
          <a:p>
            <a:r>
              <a:t>baseline so we can compare honestly.</a:t>
            </a:r>
          </a:p>
          <a:p/>
          <a:p>
            <a:r>
              <a:t>Two. udp2raw does not actually fix the leak. Eight and a half seconds</a:t>
            </a:r>
          </a:p>
          <a:p>
            <a:r>
              <a:t>with a five-packet active prober, or two passive features at AUC 1.0.</a:t>
            </a:r>
          </a:p>
          <a:p>
            <a:r>
              <a:t>Pick your weapon.</a:t>
            </a:r>
          </a:p>
          <a:p/>
          <a:p>
            <a:r>
              <a:t>Three. This isn't a statistical fluke. Both detectors are grounded in</a:t>
            </a:r>
          </a:p>
          <a:p>
            <a:r>
              <a:t>how the protocols are implemented. WireGuard pads to MTU because it does.</a:t>
            </a:r>
          </a:p>
          <a:p>
            <a:r>
              <a:t>udp2raw acks one-to-one because it has to. udp2raw silently drops</a:t>
            </a:r>
          </a:p>
          <a:p>
            <a:r>
              <a:t>unrecognized TCP shapes because its parser was written with one shape</a:t>
            </a:r>
          </a:p>
          <a:p>
            <a:r>
              <a:t>in mind.</a:t>
            </a:r>
          </a:p>
          <a:p/>
          <a:p>
            <a:r>
              <a:t>Four. The defenses are obvious. Delayed ACK and a smaller WireGuard MTU</a:t>
            </a:r>
          </a:p>
          <a:p>
            <a:r>
              <a:t>kill the passive classifier. More conformant TCP emulation kills the</a:t>
            </a:r>
          </a:p>
          <a:p>
            <a:r>
              <a:t>active prober. We sketch both in the paper but didn't patch the upstream</a:t>
            </a:r>
          </a:p>
          <a:p>
            <a:r>
              <a:t>tool. Somebody else's pull request to write.</a:t>
            </a:r>
          </a:p>
          <a:p/>
          <a:p>
            <a:r>
              <a:t>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102A43"/>
                </a:solidFill>
                <a:latin typeface="Calibri"/>
              </a:rPr>
              <a:t>Two-Feature Detection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102A43"/>
                </a:solidFill>
                <a:latin typeface="Calibri"/>
              </a:rPr>
              <a:t>WireGuard-in-udp2raw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3703320"/>
            <a:ext cx="22860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555"/>
                </a:solidFill>
                <a:latin typeface="Calibri"/>
              </a:rPr>
              <a:t>A Probe-and-Classify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120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Steven Schiavone   ·   Nicholas Johannsen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77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Seidenberg School of CSIS · Pace University · CYB623,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WireGuard is encrypted, but not unobservable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Strong cryptography is not the same as traffic that hides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Every WireGuard message starts with this 4-byte header: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02A43"/>
                </a:solidFill>
                <a:latin typeface="Consolas"/>
              </a:rPr>
              <a:t>+---------+-------------------+
| type(1) | reserved zero (3) | …rest of message
+---------+-------------------+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1118585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type byte ∈ {0x01, 0x02, 0x03, 0x04}; the next three bytes are zero.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Handshake messages are exactly 148 / 92 / 64 bytes.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Three concatenated checks identify a WireGuard handshake with negligible false-positive risk.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A 25-line Python predicate is the full detector. We re-implement it as our baseline.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Reported in production by the Great Firewall (Wu et al., USENIX Security ’23).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4406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9462C"/>
                </a:solidFill>
                <a:latin typeface="Calibri"/>
              </a:rPr>
              <a:t>Donenfeld’s WireGuard whitepaper (NDSS ’17) explicitly leaves obfuscation out of scope.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udp2raw: the obfuscation shim, and the literature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Wraps WireGuard's UDP datagrams as TCP-shaped packets in userspace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End-to-end paths under test (same WG keys, same inner IPs; only the transport differs):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5410047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01600" rIns="127000" wrap="square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02A43"/>
                </a:solidFill>
                <a:latin typeface="Calibri"/>
              </a:rPr>
              <a:t>Direct (passive-detectable)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Kali wg client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C9462C"/>
                </a:solidFill>
                <a:latin typeface="Consolas"/>
              </a:rPr>
              <a:t>↓  UDP / 51820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OCI wg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2011680"/>
            <a:ext cx="5410047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01600" rIns="127000" wrap="square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9462C"/>
                </a:solidFill>
                <a:latin typeface="Calibri"/>
              </a:rPr>
              <a:t>Obfuscated (this paper's target)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wg client  →  udp2raw client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↓  TCP / 4096  (faketcp)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udp2raw server  →  wg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2A43"/>
                </a:solidFill>
                <a:latin typeface="Calibri"/>
              </a:rPr>
              <a:t>Why udp2raw, specifically: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8585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≈259,000 release-binary downloads on the primary repo, +41,000 on the multiplatform fork (GitHub API, May 2026).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Reported blocked by state-level DPI in Iran and elsewhere (udp2raw issue #505, net4people thread #253).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Cited in the WireGuard project's own “Known Limitations” page.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No peer-reviewed analysis. Searched USENIX, NDSS, IMC, FOCI, PETS, CCS.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Two attacks, one lab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Following Xue et al.'s active-then-passive pattern (USENIX Security ’22) for OpenVPN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364327" cy="411480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77800" rIns="203200" wrap="square"/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02A43"/>
                </a:solidFill>
                <a:latin typeface="Calibri"/>
              </a:rPr>
              <a:t>C1 · Active prober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Send 5 stateless TCP probes to (IP, port).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Real Linux TCP answers all 5.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udp2raw answers SYN, drops 3 of 4 follow-ups.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Verdict in ≤ 9 seconds. Same verdict 5/5 trials.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Adversary cost:  ≈ 1.7 KB and ≈ 9 s per host.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54480"/>
            <a:ext cx="5364327" cy="411480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77800" rIns="203200" wrap="square"/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C9462C"/>
                </a:solidFill>
                <a:latin typeface="Calibri"/>
              </a:rPr>
              <a:t>C2 · Two-feature classifier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bulk_fraction:  share of MTU-class packets.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ack60_fraction:  share of 60-byte TCP ACKs.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Both fall out of how the protocols are written, not statistical luck.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Random Forest:  99.9 % accuracy, AUC = 1.000.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Trained on 24 WG flows + 1058 ISCXVPN2016 non-VPN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C1: one set of probes distinguishes udp2raw from real TCP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Three targets on the same OCI host. Same verdict in 5/5 repeated trials.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Probe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5448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TCP/22  (real SSH)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TCP/4096  (udp2raw)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5544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TCP/9999  (closed)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38528"/>
            <a:ext cx="11185855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P1   SYN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2996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in 181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2996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in 163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02996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P2   SYN + 32 B payload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39572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+ 2 B echo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39572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9572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6148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P3   bogus-seq 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76148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 in 81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76148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 in 91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76148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12724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P4   SYN, WS =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2724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12724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12724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9300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P5   FIN to unopened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49300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49300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49300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995928"/>
            <a:ext cx="11185855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16052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Total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16052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0.5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16052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8.5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16052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15.5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5262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Verdict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452628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REAL_TCP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5262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9462C"/>
                </a:solidFill>
                <a:latin typeface="Consolas"/>
              </a:rPr>
              <a:t>UDP2RAW_FAKETCP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5262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UNREACHABLE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6692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Discriminator: count silent responses among {P2, P4, P5}.  Real TCP answers all three.  udp2raw answers none.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C2: two features carry the entire signal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Class means across 24 WireGuard flows and 1058 ISCXVPN2016 non-VPN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554480"/>
            <a:ext cx="1783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WireGuard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Non-VPN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554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Cohen's 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47088"/>
            <a:ext cx="626364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bulk_fraction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93852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0.553 ± 0.186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93852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0.019 ± 0.066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938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462C"/>
                </a:solidFill>
                <a:latin typeface="Consolas"/>
              </a:rPr>
              <a:t>3.83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677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ack60_fraction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2677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0.295 ± 0.187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6771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0.069 ± 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6771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462C"/>
                </a:solidFill>
                <a:latin typeface="Consolas"/>
              </a:rPr>
              <a:t>1.27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33472"/>
            <a:ext cx="626364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len_entropy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7432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1.94 ± 0.82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74320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1.23 ± 1.42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7432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3580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dominant_size_frac.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0358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0.50 ± 0.19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3580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0.71 ± 0.30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0358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(inv.)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32841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top3_size_fraction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32841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0.88 ± 0.15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328415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0.87 ± 0.19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28415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2102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rate_pps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621023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3.23 ± 0.90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62102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3.37 ± 30.27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3621023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pic>
        <p:nvPicPr>
          <p:cNvPr id="35" name="Picture 34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629" y="1508760"/>
            <a:ext cx="4449236" cy="3840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03720" y="5394959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All 1082 flows in the two-feature space. 24/24 WG flows have bulk_fraction ≥ 0.32; only 4/1058 non-VPN flows fall in the (≥0.2, ≥0.15) corner.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53212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C9462C"/>
                </a:solidFill>
                <a:latin typeface="Calibri"/>
              </a:rPr>
              <a:t>Naive intuition picked dominant_size_fraction. Real-world background INVERTS that signal (many idle flows are degenerately concentrated).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C2: two-feature Random Forest hits 99.9 %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5-fold stratified cross-validation; class-balanced; n = 1082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2A43"/>
                </a:solidFill>
                <a:latin typeface="Calibri"/>
              </a:rPr>
              <a:t>Two-feature Random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99.91 %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258568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1576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825496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Precision  (zero false positives in 1058)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82696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0.958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392424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Recall  (23 of 24 WG flows caught)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9624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95935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ROC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99432"/>
            <a:ext cx="548640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69087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Adding more features does not help.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5663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acc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prec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rec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30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RF, 2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05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RF, 8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795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LR, 2 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0.414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pic>
        <p:nvPicPr>
          <p:cNvPr id="32" name="Picture 31" descr="20260509-132138_classifier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01" y="1554480"/>
            <a:ext cx="2429691" cy="2125979"/>
          </a:xfrm>
          <a:prstGeom prst="rect">
            <a:avLst/>
          </a:prstGeom>
        </p:spPr>
      </p:pic>
      <p:pic>
        <p:nvPicPr>
          <p:cNvPr id="33" name="Picture 32" descr="20260509-132138_classifier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46" y="3863339"/>
            <a:ext cx="2733402" cy="212597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Where this sits in the literature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Narrow contribution alongside the recent Xue et al. line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3643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2A43"/>
                </a:solidFill>
                <a:latin typeface="Calibri"/>
              </a:rPr>
              <a:t>Closely 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5364327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USENIX Sec ’22.  Passive + active for OpenVPN. Methodological template.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USENIX Sec ’24.  Encapsulated TLS handshakes. Doesn’t fire on WireGuard (no nested TLS).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NDSS ’25.  Cross-layer RTT. Attenuated on UDP-only short flows.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Wu et al., USENIX Sec ’23.  GFW entropy detector for fully-encrypted protocols.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Alice et al., IMC ’20.  Shadowsocks active probes. Probe taxonomy.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Frolov &amp; Wustrow, NDSS ’20.  Probe-resistant proxy detection.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554480"/>
            <a:ext cx="53643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9462C"/>
                </a:solidFill>
                <a:latin typeface="Calibri"/>
              </a:rPr>
              <a:t>What this paper does NOT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965960"/>
            <a:ext cx="5364327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Single client/server pair. No ISP-scale deployment trace.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udp2raw v20230206.0 only. Later forks may behave differently.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Static defenses: a delayed-ACK patch + WG MTU below the bulk threshold weakens C2.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C1’s P3 (bogus ACK) is mildly hostile. Adversary should fire only at already-suspected hosts.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Not benchmarked against AmneziaWG, swgp-go, wstunnel. Future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Takeaway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Calibri"/>
              </a:rPr>
              <a:t>WireGuard's wire format leaks.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A 25-line classifier handles bare WG. udp2raw is the deployed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9462C"/>
                </a:solidFill>
                <a:latin typeface="Calibri"/>
              </a:rPr>
              <a:t>udp2raw doesn't actually fix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Five TCP probes in 8.5 seconds (C1).  Two flow features, RF, AUC = 1.0 (C2).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Calibri"/>
              </a:rPr>
              <a:t>Both signals are structural.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udp2raw drops unfamiliar TCP shapes; WG pads to MTU; udp2raw acks 1:1. None are statistical luck.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9462C"/>
                </a:solidFill>
                <a:latin typeface="Calibri"/>
              </a:rPr>
              <a:t>Defenses are obvious; the upstream tool does not implement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Delayed-ACK plus a sub-bulk WG MTU closes C2. More-conformant TCP emulation closes C1.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Code, configs, evidence, paper, and slides are in the project 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