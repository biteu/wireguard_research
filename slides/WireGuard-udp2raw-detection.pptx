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Setup</a:t>
            </a:r>
          </a:p>
          <a:p>
            <a:r>
              <a:t>  • WireGuard = modern VPN. Encrypts well, but doesn't try to hide that it IS a VPN.</a:t>
            </a:r>
          </a:p>
          <a:p>
            <a:r>
              <a:t>  • Hiding the VPN is explicitly out of scope per Donenfeld's 2017 paper.</a:t>
            </a:r>
          </a:p>
          <a:p>
            <a:r>
              <a:t>  • Question: does the most popular hiding tool actually hide it?</a:t>
            </a:r>
          </a:p>
          <a:p/>
          <a:p>
            <a:r>
              <a:t>The tool: udp2raw</a:t>
            </a:r>
          </a:p>
          <a:p>
            <a:r>
              <a:t>  • Used in Iran and China for censorship circumvention.</a:t>
            </a:r>
          </a:p>
          <a:p>
            <a:r>
              <a:t>  • Zero peer-reviewed analysis before this paper.</a:t>
            </a:r>
          </a:p>
          <a:p/>
          <a:p>
            <a:r>
              <a:t>Two results we'll show</a:t>
            </a:r>
          </a:p>
          <a:p>
            <a:r>
              <a:t>  • Active attack: 5 test packets, identifies udp2raw server in 8.5 s.</a:t>
            </a:r>
          </a:p>
          <a:p>
            <a:r>
              <a:t>  • Passive attack: 2 traffic features, classifier at 99.9%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WireGuard is easy to spot</a:t>
            </a:r>
          </a:p>
          <a:p>
            <a:r>
              <a:t>  • First byte = message type, always 1, 2, 3, or 4.</a:t>
            </a:r>
          </a:p>
          <a:p>
            <a:r>
              <a:t>  • Next 3 bytes = always zero.</a:t>
            </a:r>
          </a:p>
          <a:p>
            <a:r>
              <a:t>  • Handshake packets = fixed sizes: 148, 92, 64 bytes.</a:t>
            </a:r>
          </a:p>
          <a:p>
            <a:r>
              <a:t>  • → Identify WireGuard from first 4 bytes + packet length. No decryption needed.</a:t>
            </a:r>
          </a:p>
          <a:p>
            <a:r>
              <a:t>  • 25-line Python detector is the whole thing.</a:t>
            </a:r>
          </a:p>
          <a:p>
            <a:r>
              <a:t>  • Wu et al., USENIX Security 2023: Great Firewall does exactly this.</a:t>
            </a:r>
          </a:p>
          <a:p/>
          <a:p>
            <a:r>
              <a:t>Important caveat — not a vulnerability</a:t>
            </a:r>
          </a:p>
          <a:p>
            <a:r>
              <a:t>  • Donenfeld's 2017 paper says hiding the VPN's existence is out of scope.</a:t>
            </a:r>
          </a:p>
          <a:p>
            <a:r>
              <a:t>  • That's a job for a separate tool on top.</a:t>
            </a:r>
          </a:p>
          <a:p>
            <a:r>
              <a:t>  • Real question: can you detect WireGuard once it's wrapped in the popular hiding tool?</a:t>
            </a:r>
          </a:p>
          <a:p>
            <a:r>
              <a:t>  • → That tool is udp2raw.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paths in our lab (same WG keys, only the outer transport differs)</a:t>
            </a:r>
          </a:p>
          <a:p>
            <a:r>
              <a:t>  • Direct: WireGuard over UDP. What the Great Firewall already blocks.</a:t>
            </a:r>
          </a:p>
          <a:p>
            <a:r>
              <a:t>  • Obfuscated: udp2raw rewraps each WG packet as a TCP segment on port 4096.</a:t>
            </a:r>
          </a:p>
          <a:p>
            <a:r>
              <a:t>  • "faketcp" = shaped like TCP but not a real TCP connection.</a:t>
            </a:r>
          </a:p>
          <a:p>
            <a:r>
              <a:t>  • Why TCP? Looks normal — it's what web browsers use.</a:t>
            </a:r>
          </a:p>
          <a:p/>
          <a:p>
            <a:r>
              <a:t>Why udp2raw specifically</a:t>
            </a:r>
          </a:p>
          <a:p>
            <a:r>
              <a:t>  • ~259,000 binary downloads (actual runs, not GitHub stars).</a:t>
            </a:r>
          </a:p>
          <a:p>
            <a:r>
              <a:t>  • Reportedly blocked at ISP level in Iran (issue #505, net4people #253).</a:t>
            </a:r>
          </a:p>
          <a:p>
            <a:r>
              <a:t>  • Zero peer-reviewed analysis. Searched USENIX, NDSS, IMC, FOCI, PETS, CCS.</a:t>
            </a:r>
          </a:p>
          <a:p/>
          <a:p>
            <a:r>
              <a:t>Why not other tools?</a:t>
            </a:r>
          </a:p>
          <a:p>
            <a:r>
              <a:t>  • AmneziaWG, swgp-go = modify WireGuard itself. Different category.</a:t>
            </a:r>
          </a:p>
          <a:p>
            <a:r>
              <a:t>  • udp2raw = only big, unstudied tool in the "wrap it generically" category.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attacks, definitions</a:t>
            </a:r>
          </a:p>
          <a:p>
            <a:r>
              <a:t>  • Active = send packets, watch the reply.</a:t>
            </a:r>
          </a:p>
          <a:p>
            <a:r>
              <a:t>  • Passive = just watch traffic going by.</a:t>
            </a:r>
          </a:p>
          <a:p>
            <a:r>
              <a:t>  • Template from Xue et al., USENIX Security 2022 Distinguished Paper (did OpenVPN, not WireGuard).</a:t>
            </a:r>
          </a:p>
          <a:p/>
          <a:p>
            <a:r>
              <a:t>C1 — Active (left card)</a:t>
            </a:r>
          </a:p>
          <a:p>
            <a:r>
              <a:t>  • 5 TCP probes, under 9 seconds.</a:t>
            </a:r>
          </a:p>
          <a:p>
            <a:r>
              <a:t>  • Same answer every time. Details next slide.</a:t>
            </a:r>
          </a:p>
          <a:p/>
          <a:p>
            <a:r>
              <a:t>C2 — Passive (right card)</a:t>
            </a:r>
          </a:p>
          <a:p>
            <a:r>
              <a:t>  • Flow = one conversation between two computers.</a:t>
            </a:r>
          </a:p>
          <a:p>
            <a:r>
              <a:t>  • For each flow, compute 2 numbers, feed to a Random Forest.</a:t>
            </a:r>
          </a:p>
          <a:p>
            <a:r>
              <a:t>  • Random Forest (RF) = standard ML model that learns rules from examples.</a:t>
            </a:r>
          </a:p>
          <a:p>
            <a:r>
              <a:t>  • Features are mechanical, not statistical:</a:t>
            </a:r>
          </a:p>
          <a:p>
            <a:r>
              <a:t>      – WireGuard pads every packet to max size.</a:t>
            </a:r>
          </a:p>
          <a:p>
            <a:r>
              <a:t>      – udp2raw acks every wrapped packet 1:1.</a:t>
            </a:r>
          </a:p>
          <a:p/>
          <a:p>
            <a:r>
              <a:t>Training data</a:t>
            </a:r>
          </a:p>
          <a:p>
            <a:r>
              <a:t>  • 24 WireGuard flows we captured ourselves.</a:t>
            </a:r>
          </a:p>
          <a:p>
            <a:r>
              <a:t>  • 1058 normal flows from ISCXVPN2016 (standard public dataset for this work).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Setup — three columns, same server, three ports</a:t>
            </a:r>
          </a:p>
          <a:p>
            <a:r>
              <a:t>  • TCP/22 = real SSH (real-TCP control).</a:t>
            </a:r>
          </a:p>
          <a:p>
            <a:r>
              <a:t>  • TCP/4096 = udp2raw.</a:t>
            </a:r>
          </a:p>
          <a:p>
            <a:r>
              <a:t>  • TCP/9999 = closed (negative control).</a:t>
            </a:r>
          </a:p>
          <a:p/>
          <a:p>
            <a:r>
              <a:t>TCP terms for the table</a:t>
            </a:r>
          </a:p>
          <a:p>
            <a:r>
              <a:t>  • SYN starts a connection. SYN-ACK accepts. RST rejects. FIN closes.</a:t>
            </a:r>
          </a:p>
          <a:p/>
          <a:p>
            <a:r>
              <a:t>Probes that DON'T discriminate (answered by both)</a:t>
            </a:r>
          </a:p>
          <a:p>
            <a:r>
              <a:t>  • P1 (SYN): udp2raw answers — that's the disguise.</a:t>
            </a:r>
          </a:p>
          <a:p>
            <a:r>
              <a:t>  • P3 (bogus ACK): kernel (not udp2raw) generates the RST.</a:t>
            </a:r>
          </a:p>
          <a:p/>
          <a:p>
            <a:r>
              <a:t>The signal — probes 2, 4, 5</a:t>
            </a:r>
          </a:p>
          <a:p>
            <a:r>
              <a:t>  • P2: SYN with 32 bytes of payload.</a:t>
            </a:r>
          </a:p>
          <a:p>
            <a:r>
              <a:t>  • P4: SYN with unusual TCP option.</a:t>
            </a:r>
          </a:p>
          <a:p>
            <a:r>
              <a:t>  • P5: FIN to a port with no connection.</a:t>
            </a:r>
          </a:p>
          <a:p>
            <a:r>
              <a:t>  • Real Linux kernel answers all three. udp2raw drops all three.</a:t>
            </a:r>
          </a:p>
          <a:p>
            <a:r>
              <a:t>  • udp2raw's parser was written for one TCP shape; anything else, it ignores.</a:t>
            </a:r>
          </a:p>
          <a:p/>
          <a:p>
            <a:r>
              <a:t>Rule</a:t>
            </a:r>
          </a:p>
          <a:p>
            <a:r>
              <a:t>  • Count silent responses among {P2, P4, P5}.</a:t>
            </a:r>
          </a:p>
          <a:p>
            <a:r>
              <a:t>  • Real TCP = 0 silent. udp2raw = 3 silent.</a:t>
            </a:r>
          </a:p>
          <a:p/>
          <a:p>
            <a:r>
              <a:t>Timing</a:t>
            </a:r>
          </a:p>
          <a:p>
            <a:r>
              <a:t>  • Real TCP: 0.5 s.</a:t>
            </a:r>
          </a:p>
          <a:p>
            <a:r>
              <a:t>  • udp2raw: 8.5 s (we wait out timeouts on the silent probes).</a:t>
            </a:r>
          </a:p>
          <a:p>
            <a:r>
              <a:t>  • Closed port: 15.5 s.</a:t>
            </a:r>
          </a:p>
          <a:p>
            <a:r>
              <a:t>  • Same verdict 5/5 trials.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 1 — bulk_fraction</a:t>
            </a:r>
          </a:p>
          <a:p>
            <a:r>
              <a:t>  • Share of packets in a flow that are "big" (≥1200 bytes).</a:t>
            </a:r>
          </a:p>
          <a:p>
            <a:r>
              <a:t>  • Why it works: WireGuard pads every packet up to near MTU (~1500 B).</a:t>
            </a:r>
          </a:p>
          <a:p>
            <a:r>
              <a:t>  • MTU (or Maximum Transmission Unit)= max packet size the link will carry.</a:t>
            </a:r>
          </a:p>
          <a:p>
            <a:r>
              <a:t>  • WireGuard: 55% big packets. Normal: 2%.</a:t>
            </a:r>
          </a:p>
          <a:p>
            <a:r>
              <a:t>  • Cohen's d = 3.83.</a:t>
            </a:r>
          </a:p>
          <a:p>
            <a:r>
              <a:t>  • Cohen's d = "A measurement that quantifies the difference between two averages in units of standard deviation" Or, how cleanly two groups separate. Over 0.8 is "large." We have 3.83.</a:t>
            </a:r>
          </a:p>
          <a:p/>
          <a:p>
            <a:r>
              <a:t>Feature 2 — ack60_fraction</a:t>
            </a:r>
          </a:p>
          <a:p>
            <a:r>
              <a:t>  • Share of 60-byte TCP ACK packets.</a:t>
            </a:r>
          </a:p>
          <a:p>
            <a:r>
              <a:t>  • Normal TCP uses "delayed ACK" — 1 ACK per 2 data packets, so ~33% ACKs.</a:t>
            </a:r>
          </a:p>
          <a:p>
            <a:r>
              <a:t>  • udp2raw breaks this: each WG packet wrapped as 1 separate TCP segment.</a:t>
            </a:r>
          </a:p>
          <a:p>
            <a:r>
              <a:t>  • Kernel ACKs each arrival individually → ACK fraction climbs.</a:t>
            </a:r>
          </a:p>
          <a:p>
            <a:r>
              <a:t>  • WG-in-udp2raw: 30%. Normal: 7%. Cohen's d = 1.27 (still large).</a:t>
            </a:r>
          </a:p>
          <a:p/>
          <a:p>
            <a:r>
              <a:t>Scatter plot (right)</a:t>
            </a:r>
          </a:p>
          <a:p>
            <a:r>
              <a:t>  • 1082 flows total. Orange = WireGuard. Grey = normal.</a:t>
            </a:r>
          </a:p>
          <a:p>
            <a:r>
              <a:t>  • Barely overlap.</a:t>
            </a:r>
          </a:p>
          <a:p>
            <a:r>
              <a:t>  • All 24 WG flows have bulk_fraction ≥ 0.32.</a:t>
            </a:r>
          </a:p>
          <a:p>
            <a:r>
              <a:t>  • Only 4 of 1058 normal flows are anywhere near the WG cluster.</a:t>
            </a:r>
          </a:p>
          <a:p/>
          <a:p>
            <a:r>
              <a:t>Orange note (bottom-left) — scientific honesty</a:t>
            </a:r>
          </a:p>
          <a:p>
            <a:r>
              <a:t>  • I expected dominant_size_fraction to be the killer feature.</a:t>
            </a:r>
          </a:p>
          <a:p>
            <a:r>
              <a:t>  • Real data inverted it: public dataset has idle keepalive flows where every packet is identical.</a:t>
            </a:r>
          </a:p>
          <a:p>
            <a:r>
              <a:t>  • Those flows score HIGHER than WireGuard on that feature.</a:t>
            </a:r>
          </a:p>
          <a:p>
            <a:r>
              <a:t>  • We dropped it. Surviving features are grounded in protocol mechanics, not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numbers (with definitions)</a:t>
            </a:r>
          </a:p>
          <a:p>
            <a:r>
              <a:t>  • Accuracy 99.91% — overall fraction labeled correctly.</a:t>
            </a:r>
          </a:p>
          <a:p>
            <a:r>
              <a:t>  • Precision 1.000 — when we say "WireGuard," we're always right. Zero false alarms on 1058 normal flows.</a:t>
            </a:r>
          </a:p>
          <a:p>
            <a:r>
              <a:t>  • Recall 0.958 — we catch 23 of 24 actual WG flows. One slips through.</a:t>
            </a:r>
          </a:p>
          <a:p>
            <a:r>
              <a:t>  • ROC AUC 1.000 — single score from 0.5 (random) to 1.0 (perfect), across all sensitivity settings. We're at the ceiling.</a:t>
            </a:r>
          </a:p>
          <a:p/>
          <a:p>
            <a:r>
              <a:t>Adding more features doesn't help (small table)</a:t>
            </a:r>
          </a:p>
          <a:p>
            <a:r>
              <a:t>  • RF 8 features catches 1 FEWER WG flow than RF 2 features.</a:t>
            </a:r>
          </a:p>
          <a:p>
            <a:r>
              <a:t>  • Extra features added noise, not signal.</a:t>
            </a:r>
          </a:p>
          <a:p>
            <a:r>
              <a:t>  • LR = Logistic Regression, simpler model that draws a straight line between classes.</a:t>
            </a:r>
          </a:p>
          <a:p>
            <a:r>
              <a:t>  • LR catches everything but raises ~3% false alarms — real boundary isn't straight.</a:t>
            </a:r>
          </a:p>
          <a:p/>
          <a:p>
            <a:r>
              <a:t>Plots on the right</a:t>
            </a:r>
          </a:p>
          <a:p>
            <a:r>
              <a:t>  • Top = confusion matrix: 2x2 grid of correct vs incorrect labels. Almost everything on the diagonal.</a:t>
            </a:r>
          </a:p>
          <a:p>
            <a:r>
              <a:t>  • Bottom = ROC curve hugs the top-left corner. Shape of a near-perfect classifier.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Lit positioning — Xue group at Michigan dominates this space</a:t>
            </a:r>
          </a:p>
          <a:p>
            <a:r>
              <a:t>  • 2022 OpenVPN paper → our methodology template.</a:t>
            </a:r>
          </a:p>
          <a:p>
            <a:r>
              <a:t>  • 2024 paper detects nested TLS handshakes → doesn't fire (WG has no TLS).</a:t>
            </a:r>
          </a:p>
          <a:p>
            <a:r>
              <a:t>  • 2025 NDSS uses cross-layer RTT anomalies → attenuates on our short UDP flows.</a:t>
            </a:r>
          </a:p>
          <a:p>
            <a:r>
              <a:t>  • → Protocol-agnostic methods don't solve our case. Protocol-specific structural features remain the approach.</a:t>
            </a:r>
          </a:p>
          <a:p/>
          <a:p>
            <a:r>
              <a:t>What we are NOT claiming</a:t>
            </a:r>
          </a:p>
          <a:p>
            <a:r>
              <a:t>  • Single client/server. No ISP-scale data.</a:t>
            </a:r>
          </a:p>
          <a:p>
            <a:r>
              <a:t>  • One version of udp2raw (v20230206.0). Later forks may differ.</a:t>
            </a:r>
          </a:p>
          <a:p>
            <a:r>
              <a:t>  • Defeatable by a maintainer:</a:t>
            </a:r>
          </a:p>
          <a:p>
            <a:r>
              <a:t>      – Delayed ACK + smaller WG MTU weakens C2.</a:t>
            </a:r>
          </a:p>
          <a:p>
            <a:r>
              <a:t>      – More conformant TCP emulation weakens C1.</a:t>
            </a:r>
          </a:p>
          <a:p>
            <a:r>
              <a:t>  • Bogus-ACK probe (P3) is mildly hostile → fire only at already-suspected hosts.</a:t>
            </a:r>
          </a:p>
          <a:p>
            <a:r>
              <a:t>  • Not benchmarked against AmneziaWG, a more popular obfuscator for WG, or swgp-go, wstunnel.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WireGuard's wire format leaks</a:t>
            </a:r>
          </a:p>
          <a:p>
            <a:r>
              <a:t>  • Known result. Re-implemented as our baseline.</a:t>
            </a:r>
          </a:p>
          <a:p/>
          <a:p>
            <a:r>
              <a:t>2. udp2raw doesn't fix it</a:t>
            </a:r>
          </a:p>
          <a:p>
            <a:r>
              <a:t>  • 8.5 s with the 5-packet prober (C1).</a:t>
            </a:r>
          </a:p>
          <a:p>
            <a:r>
              <a:t>  • 2 passive features, AUC = 1.0 (C2).</a:t>
            </a:r>
          </a:p>
          <a:p>
            <a:r>
              <a:t>  • Pick your weapon.</a:t>
            </a:r>
          </a:p>
          <a:p/>
          <a:p>
            <a:r>
              <a:t>3. Not a statistical fluke — mechanical</a:t>
            </a:r>
          </a:p>
          <a:p>
            <a:r>
              <a:t>  • WG pads to MTU because that's its design.</a:t>
            </a:r>
          </a:p>
          <a:p>
            <a:r>
              <a:t>  • udp2raw acks 1:1 because that's how it wraps.</a:t>
            </a:r>
          </a:p>
          <a:p>
            <a:r>
              <a:t>  • udp2raw drops unfamiliar TCP shapes — parser was written for one shape.</a:t>
            </a:r>
          </a:p>
          <a:p>
            <a:r>
              <a:t>  • This is because udp2raw fakes TCP in userspace with a minimal parser to only handle the packet shapes it needs, everything else gets dropped.</a:t>
            </a:r>
          </a:p>
          <a:p>
            <a:r>
              <a:t>           </a:t>
            </a:r>
          </a:p>
          <a:p>
            <a:r>
              <a:t>4. Defenses are obvious</a:t>
            </a:r>
          </a:p>
          <a:p>
            <a:r>
              <a:t>  • Delayed ACK + smaller WG MTU kills C2.</a:t>
            </a:r>
          </a:p>
          <a:p>
            <a:r>
              <a:t>  • More conformant TCP emulation kills C1.</a:t>
            </a:r>
          </a:p>
          <a:p>
            <a:r>
              <a:t>  • Sketched in the paper, not patched upstream. Somebody else's PR.</a:t>
            </a:r>
          </a:p>
          <a:p/>
          <a:p>
            <a:r>
              <a:t>Happy to take questions. LIVE DEMO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1">
                <a:solidFill>
                  <a:srgbClr val="102A43"/>
                </a:solidFill>
                <a:latin typeface="Calibri"/>
              </a:rPr>
              <a:t>Two-Feature Detection 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0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1">
                <a:solidFill>
                  <a:srgbClr val="102A43"/>
                </a:solidFill>
                <a:latin typeface="Calibri"/>
              </a:rPr>
              <a:t>WireGuard-in-udp2raw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3703320"/>
            <a:ext cx="22860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84048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555"/>
                </a:solidFill>
                <a:latin typeface="Calibri"/>
              </a:rPr>
              <a:t>A Probe-and-Classify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21208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01010"/>
                </a:solidFill>
                <a:latin typeface="Calibri"/>
              </a:rPr>
              <a:t>Steven Schiavone   ·   Nicholas Johannsen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577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Seidenberg School of CSIS · Pace University · CYB623, 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WireGuard is encrypted, but not unobservable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Strong cryptography is not the same as traffic that hides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01010"/>
                </a:solidFill>
                <a:latin typeface="Calibri"/>
              </a:rPr>
              <a:t>Every WireGuard message starts with this 4-byte header: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11680"/>
            <a:ext cx="7772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02A43"/>
                </a:solidFill>
                <a:latin typeface="Consolas"/>
              </a:rPr>
              <a:t>+---------+-------------------+
| type(1) | reserved zero (3) | …rest of message
+---------+-------------------+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37560"/>
            <a:ext cx="1118585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>
                <a:solidFill>
                  <a:srgbClr val="101010"/>
                </a:solidFill>
                <a:latin typeface="Calibri"/>
              </a:rPr>
              <a:t>•   type byte ∈ {0x01, 0x02, 0x03, 0x04}; the next three bytes are zero.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>
                <a:solidFill>
                  <a:srgbClr val="101010"/>
                </a:solidFill>
                <a:latin typeface="Calibri"/>
              </a:rPr>
              <a:t>•   Handshake messages are exactly 148 / 92 / 64 bytes.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>
                <a:solidFill>
                  <a:srgbClr val="101010"/>
                </a:solidFill>
                <a:latin typeface="Calibri"/>
              </a:rPr>
              <a:t>•   Three concatenated checks identify a WireGuard handshake with negligible false-positive risk.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>
                <a:solidFill>
                  <a:srgbClr val="101010"/>
                </a:solidFill>
                <a:latin typeface="Calibri"/>
              </a:rPr>
              <a:t>•   A 25-line Python predicate is the full detector. We re-implement it as our baseline.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>
                <a:solidFill>
                  <a:srgbClr val="101010"/>
                </a:solidFill>
                <a:latin typeface="Calibri"/>
              </a:rPr>
              <a:t>•   Reported in production by the Great Firewall (Wu et al., USENIX Security ’23).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44068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9462C"/>
                </a:solidFill>
                <a:latin typeface="Calibri"/>
              </a:rPr>
              <a:t>Donenfeld’s WireGuard whitepaper (NDSS ’17) explicitly leaves obfuscation out of scope.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udp2raw: the obfuscation shim, and the literature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Wraps WireGuard's UDP datagrams as TCP-shaped packets in userspace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End-to-end paths under test (same WG keys, same inner IPs; only the transport differs):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11680"/>
            <a:ext cx="5410047" cy="1280160"/>
          </a:xfrm>
          <a:prstGeom prst="roundRect">
            <a:avLst/>
          </a:prstGeom>
          <a:solidFill>
            <a:srgbClr val="F2F2F2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01600" rIns="127000" wrap="square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02A43"/>
                </a:solidFill>
                <a:latin typeface="Calibri"/>
              </a:rPr>
              <a:t>Direct (passive-detectable)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Kali wg client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C9462C"/>
                </a:solidFill>
                <a:latin typeface="Consolas"/>
              </a:rPr>
              <a:t>↓  UDP / 51820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OCI wg server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2011680"/>
            <a:ext cx="5410047" cy="1280160"/>
          </a:xfrm>
          <a:prstGeom prst="roundRect">
            <a:avLst/>
          </a:prstGeom>
          <a:solidFill>
            <a:srgbClr val="F2F2F2"/>
          </a:solidFill>
          <a:ln>
            <a:solidFill>
              <a:srgbClr val="C94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01600" rIns="127000" wrap="square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C9462C"/>
                </a:solidFill>
                <a:latin typeface="Calibri"/>
              </a:rPr>
              <a:t>Obfuscated (this paper's target)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wg client  →  udp2raw client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C9462C"/>
                </a:solidFill>
                <a:latin typeface="Consolas"/>
              </a:rPr>
              <a:t>↓  TCP / 4096  (faketcp)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udp2raw server  →  wg 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02A43"/>
                </a:solidFill>
                <a:latin typeface="Calibri"/>
              </a:rPr>
              <a:t>Why udp2raw, specifically: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31920"/>
            <a:ext cx="1118585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  ≈259,000 release-binary downloads on the primary repo, +41,000 on the multiplatform fork (GitHub API, May 2026).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  Reported blocked by state-level DPI in Iran and elsewhere (udp2raw issue #505, net4people thread #253).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  Cited in the WireGuard project's own “Known Limitations” page.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  No peer-reviewed analysis. Searched USENIX, NDSS, IMC, FOCI, PETS, CCS.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Two attacks, one lab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Following Xue et al.'s active-then-passive pattern (USENIX Security ’22) for OpenVPN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364327" cy="4114800"/>
          </a:xfrm>
          <a:prstGeom prst="roundRect">
            <a:avLst/>
          </a:prstGeom>
          <a:solidFill>
            <a:srgbClr val="F2F2F2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tIns="177800" rIns="203200" wrap="square"/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02A43"/>
                </a:solidFill>
                <a:latin typeface="Calibri"/>
              </a:rPr>
              <a:t>C1 · Active prober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Send 5 stateless TCP probes to (IP, port).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Real Linux TCP answers all 5.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udp2raw answers SYN, drops 3 of 4 follow-ups.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Verdict in ≤ 9 seconds. Same verdict 5/5 trials.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Adversary cost:  ≈ 1.7 KB and ≈ 9 s per host.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554480"/>
            <a:ext cx="5364327" cy="4114800"/>
          </a:xfrm>
          <a:prstGeom prst="roundRect">
            <a:avLst/>
          </a:prstGeom>
          <a:solidFill>
            <a:srgbClr val="F2F2F2"/>
          </a:solidFill>
          <a:ln>
            <a:solidFill>
              <a:srgbClr val="C94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tIns="177800" rIns="203200" wrap="square"/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C9462C"/>
                </a:solidFill>
                <a:latin typeface="Calibri"/>
              </a:rPr>
              <a:t>C2 · Two-feature classifier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bulk_fraction:  share of MTU-class packets.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ack60_fraction:  share of 60-byte TCP ACKs.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Both fall out of how the protocols are written, not statistical luck.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Random Forest:  99.9 % accuracy, AUC = 1.000.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Trained on 24 WG flows + 1058 ISCXVPN2016 non-VPN flows.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C1: one set of probes distinguishes udp2raw from real TCP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Three targets on the same OCI host. Same verdict in 5/5 repeated trials.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Probe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554480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TCP/22  (real SSH)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554480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TCP/4096  (udp2raw)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554480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TCP/9999  (closed)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38528"/>
            <a:ext cx="11185855" cy="3175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2996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P1   SYN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02996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SYN-ACK in 181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29968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SYN-ACK in 163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202996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no response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39572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P2   SYN + 32 B payload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39572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SYN-ACK + 2 B echo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395728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C9462C"/>
                </a:solidFill>
                <a:latin typeface="Consolas"/>
              </a:rPr>
              <a:t>silent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39572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no response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6148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P3   bogus-seq 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76148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RST in 81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761488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RST in 91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76148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no 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12724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P4   SYN, WS = 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12724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SYN-ACK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127248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C9462C"/>
                </a:solidFill>
                <a:latin typeface="Consolas"/>
              </a:rPr>
              <a:t>silent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312724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no response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9300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P5   FIN to unopened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349300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RST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3493008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C9462C"/>
                </a:solidFill>
                <a:latin typeface="Consolas"/>
              </a:rPr>
              <a:t>silent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49300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no response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995928"/>
            <a:ext cx="11185855" cy="3175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160520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Total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4160520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010"/>
                </a:solidFill>
                <a:latin typeface="Consolas"/>
              </a:rPr>
              <a:t>0.5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4160520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010"/>
                </a:solidFill>
                <a:latin typeface="Consolas"/>
              </a:rPr>
              <a:t>8.5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4160520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010"/>
                </a:solidFill>
                <a:latin typeface="Consolas"/>
              </a:rPr>
              <a:t>15.5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526280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Verdict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4526280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010"/>
                </a:solidFill>
                <a:latin typeface="Consolas"/>
              </a:rPr>
              <a:t>REAL_TCP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526280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9462C"/>
                </a:solidFill>
                <a:latin typeface="Consolas"/>
              </a:rPr>
              <a:t>UDP2RAW_FAKETCP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0" y="4526280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010"/>
                </a:solidFill>
                <a:latin typeface="Consolas"/>
              </a:rPr>
              <a:t>UNREACHABLE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66928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Discriminator: count silent responses among {P2, P4, P5}.  Real TCP answers all three.  udp2raw answers none.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C2: two features carry the entire signal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Class means across 24 WireGuard flows and 1058 ISCXVPN2016 non-VPN 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Calibri"/>
              </a:rPr>
              <a:t>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554480"/>
            <a:ext cx="1783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Calibri"/>
              </a:rPr>
              <a:t>WireGuard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54480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Calibri"/>
              </a:rPr>
              <a:t>Non-VPN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55448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Calibri"/>
              </a:rPr>
              <a:t>Cohen's 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47088"/>
            <a:ext cx="6263640" cy="3175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3852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alibri"/>
              </a:rPr>
              <a:t>bulk_fraction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1938528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0.553 ± 0.186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938528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0.019 ± 0.066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1938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462C"/>
                </a:solidFill>
                <a:latin typeface="Consolas"/>
              </a:rPr>
              <a:t>3.83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6771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alibri"/>
              </a:rPr>
              <a:t>ack60_fraction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267712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0.295 ± 0.187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26771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0.069 ± 0.169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26771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462C"/>
                </a:solidFill>
                <a:latin typeface="Consolas"/>
              </a:rPr>
              <a:t>1.27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33472"/>
            <a:ext cx="6263640" cy="127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74320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len_entropy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7432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1.94 ± 0.82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274320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1.23 ± 1.42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7432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03580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dominant_size_frac.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3035808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0.50 ± 0.19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035808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0.71 ± 0.30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303580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(inv.)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328415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top3_size_fraction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3328415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0.88 ± 0.15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328415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0.87 ± 0.19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3328415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621023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rate_pps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3621023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3.23 ± 0.90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621023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3.37 ± 30.27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0" y="3621023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—</a:t>
            </a:r>
          </a:p>
        </p:txBody>
      </p:sp>
      <p:pic>
        <p:nvPicPr>
          <p:cNvPr id="35" name="Picture 34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629" y="1508760"/>
            <a:ext cx="4449236" cy="38404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903720" y="5394959"/>
            <a:ext cx="47850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All 1082 flows in the two-feature space. 24/24 WG flows have bulk_fraction ≥ 0.32; only 4/1058 non-VPN flows fall in the (≥0.2, ≥0.15) corner.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532120"/>
            <a:ext cx="6263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C9462C"/>
                </a:solidFill>
                <a:latin typeface="Calibri"/>
              </a:rPr>
              <a:t>Naive intuition picked dominant_size_fraction. Real-world background INVERTS that signal (many idle flows are degenerately concentrated).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C2: two-feature Random Forest hits 99.9 %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5-fold stratified cross-validation; class-balanced; n = 1082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45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2A43"/>
                </a:solidFill>
                <a:latin typeface="Calibri"/>
              </a:rPr>
              <a:t>Two-feature Random Forest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48840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C9462C"/>
                </a:solidFill>
                <a:latin typeface="Consolas"/>
              </a:rPr>
              <a:t>99.91 %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258568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15768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C9462C"/>
                </a:solidFill>
                <a:latin typeface="Consolas"/>
              </a:rPr>
              <a:t>1.000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825496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Precision  (zero false positives in 1058)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82696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C9462C"/>
                </a:solidFill>
                <a:latin typeface="Consolas"/>
              </a:rPr>
              <a:t>0.958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392424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Recall  (23 of 24 WG flows caught)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49624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C9462C"/>
                </a:solidFill>
                <a:latin typeface="Consolas"/>
              </a:rPr>
              <a:t>1.000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959352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ROC AUC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599432"/>
            <a:ext cx="5486400" cy="3175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690872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Adding more features does not help.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05663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55555"/>
                </a:solidFill>
                <a:latin typeface="Calibri"/>
              </a:rP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5056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55555"/>
                </a:solidFill>
                <a:latin typeface="Calibri"/>
              </a:rPr>
              <a:t>acc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5056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55555"/>
                </a:solidFill>
                <a:latin typeface="Calibri"/>
              </a:rPr>
              <a:t>prec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5056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55555"/>
                </a:solidFill>
                <a:latin typeface="Calibri"/>
              </a:rPr>
              <a:t>rec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330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RF, 2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330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0.999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5330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1.000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5330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0.958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60527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RF, 8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6052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0.998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56052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1.000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56052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0.917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87959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LR, 2 features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587959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0.969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587959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0.414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587959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1.000</a:t>
            </a:r>
          </a:p>
        </p:txBody>
      </p:sp>
      <p:pic>
        <p:nvPicPr>
          <p:cNvPr id="32" name="Picture 31" descr="20260509-132138_classifier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1401" y="1554480"/>
            <a:ext cx="2429691" cy="2125979"/>
          </a:xfrm>
          <a:prstGeom prst="rect">
            <a:avLst/>
          </a:prstGeom>
        </p:spPr>
      </p:pic>
      <p:pic>
        <p:nvPicPr>
          <p:cNvPr id="33" name="Picture 32" descr="20260509-132138_classifier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9546" y="3863339"/>
            <a:ext cx="2733402" cy="212597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Where this sits in the literature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Narrow contribution alongside the recent Xue et al. line of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36432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02A43"/>
                </a:solidFill>
                <a:latin typeface="Calibri"/>
              </a:rPr>
              <a:t>Closely related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65960"/>
            <a:ext cx="5364327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Xue et al., USENIX Sec ’22.  Passive + active for OpenVPN. Methodological template.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Xue et al., USENIX Sec ’24.  Encapsulated TLS handshakes. Doesn’t fire on WireGuard (no nested TLS).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Xue et al., NDSS ’25.  Cross-layer RTT. Attenuated on UDP-only short flows.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Wu et al., USENIX Sec ’23.  GFW entropy detector for fully-encrypted protocols.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Alice et al., IMC ’20.  Shadowsocks active probes. Probe taxonomy.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Frolov &amp; Wustrow, NDSS ’20.  Probe-resistant proxy detection.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554480"/>
            <a:ext cx="536432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9462C"/>
                </a:solidFill>
                <a:latin typeface="Calibri"/>
              </a:rPr>
              <a:t>What this paper does NOT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965960"/>
            <a:ext cx="5364327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Single client/server pair. No ISP-scale deployment trace.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udp2raw v20230206.0 only. Later forks may behave differently.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Static defenses: a delayed-ACK patch + WG MTU below the bulk threshold weakens C2.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C1’s P3 (bogus ACK) is mildly hostile. Adversary should fire only at already-suspected hosts.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Not benchmarked against AmneziaWG, a more popular obfuscator for WG, or swgp-go, wstunnel. Future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Takeaway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02A43"/>
                </a:solidFill>
                <a:latin typeface="Calibri"/>
              </a:rPr>
              <a:t>WireGuard's wire format leaks.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A 25-line classifier handles bare WG. udp2raw is the deployed fix.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56032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C9462C"/>
                </a:solidFill>
                <a:latin typeface="Calibri"/>
              </a:rPr>
              <a:t>udp2raw doesn't actually fix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7180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Five TCP probes in 8.5 seconds (C1).  Two flow features, RF, AUC = 1.0 (C2).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6616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02A43"/>
                </a:solidFill>
                <a:latin typeface="Calibri"/>
              </a:rPr>
              <a:t>Both signals are structural.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77639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udp2raw drops unfamiliar TCP shapes; WG pads to MTU; udp2raw acks 1:1. None are statistical luck.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C9462C"/>
                </a:solidFill>
                <a:latin typeface="Calibri"/>
              </a:rPr>
              <a:t>Defenses are obvious; the upstream tool does not implement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8348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Delayed-ACK plus a sub-bulk WG MTU closes C2. More-conformant TCP emulation closes C1.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607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Code, configs, evidence, paper, and slides are in the project repository.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Two-Feature Detection of WireGuard-in-udp2raw</dc:title>
  <dc:subject/>
  <dc:creator>Steven Schiavone</dc:creator>
  <cp:keywords/>
  <dc:description>generated using python-pptx</dc:description>
  <cp:lastModifiedBy>Steven Schiavone</cp:lastModifiedBy>
  <cp:revision>1</cp:revision>
  <dcterms:created xsi:type="dcterms:W3CDTF">2026-05-13T21:38:28Z</dcterms:created>
  <dcterms:modified xsi:type="dcterms:W3CDTF">2026-05-13T21:38:28Z</dcterms:modified>
  <cp:category/>
</cp:coreProperties>
</file>